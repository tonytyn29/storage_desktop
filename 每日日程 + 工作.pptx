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4" r:id="rId4"/>
    <p:sldId id="259" r:id="rId5"/>
    <p:sldId id="275" r:id="rId6"/>
    <p:sldId id="270" r:id="rId7"/>
    <p:sldId id="273" r:id="rId8"/>
    <p:sldId id="260" r:id="rId9"/>
    <p:sldId id="271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76" r:id="rId18"/>
    <p:sldId id="282" r:id="rId19"/>
    <p:sldId id="277" r:id="rId20"/>
    <p:sldId id="278" r:id="rId21"/>
    <p:sldId id="280" r:id="rId22"/>
    <p:sldId id="279" r:id="rId23"/>
    <p:sldId id="281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59974" autoAdjust="0"/>
  </p:normalViewPr>
  <p:slideViewPr>
    <p:cSldViewPr snapToGrid="0">
      <p:cViewPr>
        <p:scale>
          <a:sx n="66" d="100"/>
          <a:sy n="66" d="100"/>
        </p:scale>
        <p:origin x="21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01T05:32:13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578 516 24575,'7'-1'0,"0"-1"0,0 1 0,1-1 0,-2-1 0,1 0 0,0 0 0,0 0 0,-1 0 0,11-9 0,22-9 0,43-13 13,143-36 1,95-3-238,-193 47-233,92-14-398,395-21 0,230 50-421,-735 12 520,1003 35 317,-10 106 474,-5 125-517,-18 57-796,-945-280 2134,-1 7 0,-3 6-1,157 92 1,278 181 2254,-516-302-3101,-2 2 0,83 69 0,-125-95-9,-1 1 0,0 0 0,0 0 0,0 0 0,-1 0 0,0 1 0,0-1 0,0 1 0,-1 0 0,1 0 0,-1 0 0,-1 0 0,1 0 0,-1 1 0,0-1 0,-1 0 0,0 1 0,0-1 0,0 0 0,0 1 0,-1-1 0,-2 8 0,1-5 0,0 0 0,-1 0 0,0 0 0,-1-1 0,0 1 0,0-1 0,0 0 0,-1 0 0,-1 0 0,1-1 0,-1 0 0,0 0 0,-1 0 0,-13 9 0,-18 9-56,-2-2-1,-1-1 0,0-3 1,-2-1-1,-72 20 0,-235 38-417,238-56 428,-143 30-184,-969 152-3156,-244-124 1730,-6-81 548,1078-7 786,1-17 0,-668-133 0,793 98 226,-655-120 1350,892 177-1097,-268-41 2889,223 30-1176,-136-45-1,199 55-1835,-3 0-18,-1-1 0,2-1 0,-1 0 0,-21-15 0,34 19-16,0 1-1,1-1 1,0 0 0,0 0-1,0-1 1,0 0-1,0 1 1,1-1 0,0 0-1,0-1 1,1 1-1,-1 0 1,1-1-1,0 1 1,0-1 0,1 0-1,0 0 1,-1-8-1,2-7 1,0 1 0,1-1 0,1 1 0,1-1 0,1 1 0,1 0 0,1 0 0,0 1 0,2 0 0,0 0 0,19-31 0,8-7 0,2 1 0,59-66 0,70-68-573,260-231-1,-359 363 574,2 3 0,3 3 0,2 4 0,2 3 0,2 3 0,132-50 0,-13 25-508,4 8 0,1 10-1,3 8 1,324-21-1,-180 36 1736,-318 24-6956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40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24575,'191'342'0,"-6"-14"0,351 873 0,-522-1171 0,1-1 0,22 30 0,19 38 0,-31-43 0,3-1 0,39 57 0,-37-63 0,42 89 0,-27-45 0,-34-73 0,0 0 0,1-1 0,1 0 0,0-1 0,1 0 0,1-1 0,0 0 0,1-2 0,1 0 0,21 13 0,-35-25 0,0 1 0,-1-1 0,2 0 0,-1 0 0,0 0 0,0 0 0,0 0 0,0-1 0,0 0 0,1 1 0,-1-1 0,0 0 0,0 0 0,1-1 0,-1 1 0,0-1 0,0 0 0,0 0 0,0 0 0,0 0 0,0 0 0,0 0 0,0-1 0,0 0 0,0 1 0,-1-1 0,1 0 0,-1-1 0,1 1 0,-1 0 0,2-3 0,10-11 0,0 0 0,-2 0 0,19-34 0,-21 34 0,38-58 0,36-63 0,20-59 0,-145 284 0,12-23 0,-60 99 0,55-117 0,3 2 0,1 1 0,3 1 0,-36 91 0,62-139 0,0 1 0,-1-1 0,1 0 0,-1 0 0,0 0 0,0 0 0,0 0 0,0 0 0,-1-1 0,1 1 0,-1-1 0,0 1 0,1-1 0,-1 0 0,0 0 0,0-1 0,0 1 0,-1 0 0,1-1 0,0 0 0,-1 0 0,1 0 0,-1 0 0,1 0 0,-1-1 0,1 1 0,-1-1 0,1 0 0,-1 0 0,1-1 0,-1 1 0,-4-2 0,-7 0 0,0-1 0,0-1 0,0-1 0,0 0 0,1 0 0,-17-10 0,-42-25 0,7 4 0,-92-36 0,96 50 0,0 4 0,-1 2 0,-1 3 0,-67-5 0,129 18-41,-54-9 207,53 8-265,0 0 0,0 0-1,1 0 1,-1-1-1,0 1 1,0-1 0,0 1-1,1-1 1,-1 0 0,1 0-1,0 0 1,-1 0 0,1 0-1,-3-5 1,-3-9-6727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26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24575,'0'11'0,"0"13"0,0 18 0,0 7 0,0 5 0,0-1 0,0-4 0,0-6 0,0-5 0,0-3 0,0-3 0,0-2 0,0 0 0,0-1 0,0 0 0,0 0 0,5-4 0,2-8-8191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27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1 915 24575,'0'5'0,"10"7"0,9 12 0,6 6 0,-1 4 0,5-4 0,-1-2 0,-2-6 0,2-6 0,118-151 0,44-77 0,2-13 0,-34 26-642,-42 42 642,-41 43 0,-34 40-7549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29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24575,'5'5'0,"7"12"0,6 8 0,1 5 0,-3 3 0,0-5 0,-2-1 0,2-1 0,3 1 0,-2 1 0,-3-5-8191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45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9051 1466 24575,'2'543'0,"-4"591"0,-17-614 0,8-395 0,-5-2 0,-38 141 0,31-186 0,-4-1 0,-59 118 0,-95 134 0,77-147 0,-5 0 0,89-153 0,-2-2 0,0-1 0,-2 0 0,-30 25 0,10-18 0,0-1 0,-2-3 0,-67 32 0,-158 58 0,183-83 0,-365 136 0,215-86 0,-278 141 0,288-104 0,-195 100 0,19-36 0,281-137 0,-173 45 0,125-57 0,-302 29 0,-178-31 0,-402-32 0,972-10 0,0-4 0,1-3 0,0-3 0,-114-40 0,140 36 0,1-3 0,1-1 0,1-3 0,1-3 0,2-1 0,1-3 0,-51-47 0,49 33 2,2-2 0,2-3-1,-52-80 1,-96-189-57,142 233-13,-146-246-493,-100-176 541,193 310 42,8-4 0,9-4 0,-66-244 1,83 187-422,11-2 1,-28-330-1,55 239 289,21-575-1,13 914 179,1-1-1,1 0 1,1 1-1,1 0 1,1 0-1,0 0 1,2 1-1,0 0 1,1 1-1,1 0 1,0 0-1,2 1 1,0 1-1,19-19 1,17-12 185,2 2 0,2 3 0,64-40 0,54-25-517,3 7-1,5 9 0,286-105 1,600-115-794,247 67 507,-1188 231 778,0 6 1,0 5-1,0 5 0,0 6 0,0 5 0,171 42 1,454 161 194,-159-43-504,234 49 818,-795-216-886,1-2 1,0-2-1,1 0 0,-1-2 0,38-3 0,-53 1-316,22 0-6360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02:39:47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24575,'115'35'0,"190"86"0,-227-86 0,794 395 0,-785-382 0,-1 4 0,-3 4 0,-3 3 0,137 130 0,-32-12 0,-180-172 0,1-1 0,0 0 0,0 0 0,0 0 0,0-1 0,1 0 0,-1 0 0,1-1 0,0 0 0,10 3 0,5-2 0,1-1 0,22 0 0,13 2 0,286 45 0,-317-43 0,-1 0 0,0 2 0,-1 1 0,0 1 0,0 1 0,-1 2 0,-1 0 0,23 17 0,-85-61 0,1-2 0,2-2 0,1-1 0,1-2 0,-56-83 0,53 66 0,-74-84 0,32 46 0,71 82 0,3 4 0,0 0 0,0 0 0,-1 1 0,0-1 0,-1 1 0,0 0 0,-14-9 0,21 15 0,0 0 0,0 0 0,0 0 0,0 0 0,-1 0 0,1 0 0,0-1 0,0 1 0,0 0 0,0 0 0,-1 0 0,1 0 0,0 0 0,0 0 0,0 0 0,0 0 0,0 0 0,-1 0 0,1 0 0,0 0 0,0 0 0,0 0 0,0 0 0,-1 0 0,1 1 0,0-1 0,0 0 0,0 0 0,0 0 0,0 0 0,-1 0 0,1 0 0,0 0 0,0 0 0,0 1 0,0-1 0,0 0 0,0 0 0,0 0 0,0 0 0,0 0 0,-1 0 0,1 1 0,0-1 0,0 0 0,0 0 0,0 0 0,0 0 0,0 1 0,0-1 0,0 0 0,0 0 0,0 0 0,0 0 0,0 0 0,0 1 0,0-1 0,0 0 0,0 0 0,0 0 0,0 0 0,1 1 0,-1-1 0,0 0 0,0 0 0,0 0 0,0 0 0,0 0 0,2 8 0,0 0 0,0-1 0,1 0 0,-1 0 0,2 0 0,-1 0 0,1 0 0,9 12 0,45 50 0,-53-64 0,89 89 0,127 97 0,-16-15 0,-173-149 0,-20-17 0,1 1 0,-2 1 0,16 18 0,-24-25 0,1 0 0,-1 0 0,-1 0 0,1 1 0,-1 0 0,0-1 0,0 1 0,0 0 0,-1 0 0,0 0 0,0 0 0,-1 0 0,1 6 0,-1-6 0,0-1 0,0 1 0,0-1 0,0 1 0,-1-1 0,0 1 0,0-1 0,-1 1 0,0-1 0,1 0 0,-2 0 0,1 0 0,-1 0 0,1 0 0,-1 0 0,-1-1 0,1 1 0,-1-1 0,1 0 0,-1 0 0,0 0 0,-1-1 0,1 1 0,-1-1 0,1 0 0,-9 3 0,-37 21 0,-1-3 0,-95 32 0,112-46 0,-1-2 0,0-1 0,0-2 0,0-1 0,-60-1 0,-140-7-1365,209 4-5461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07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24575,'7'0'0,"-1"-1"0,0 2 0,1-1 0,-1 1 0,0 0 0,1 0 0,-1 1 0,0-1 0,0 1 0,0 1 0,0-1 0,-1 1 0,1 0 0,-1 1 0,1-1 0,-1 1 0,0 0 0,-1 0 0,1 1 0,-1-1 0,1 1 0,3 7 0,12 12 0,4 6 0,0 1 0,-2 0 0,-2 2 0,22 45 0,-26-45 0,39 59 0,-38-67 0,-1 0 0,-2 1 0,22 54 0,-25-50 0,-4-9 0,0 1 0,-1 0 0,6 40 0,-12-54 0,1 0 0,0 0 0,1 0 0,-1 0 0,1-1 0,1 1 0,0-1 0,0 1 0,0-1 0,1 0 0,0 0 0,0 0 0,1-1 0,0 0 0,0 0 0,0 0 0,10 8 0,30 39 0,-39-44 0,1 0 0,0 0 0,1 0 0,0-1 0,0-1 0,10 8 0,100 54 0,14 11 0,-49-31 0,-68-42 0,0 0 0,-1 1 0,1 1 0,-2 1 0,0 0 0,0 0 0,-1 2 0,0-1 0,10 14 0,25 44 0,-12-18 0,51 61 0,-74-101 0,1 0 0,0-1 0,0 0 0,21 11 0,15 11 0,-13-9 0,1-1 0,46 20 0,-5-3 0,-42-21-136,1 0-1,0-3 1,1-1-1,1-2 1,0-1-1,0-2 1,1-2-1,0-2 0,47 0 1,-53-5-6690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08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24575,'19'1'0,"0"1"0,0 0 0,0 1 0,0 1 0,0 1 0,-1 1 0,23 10 0,12 9 0,53 34 0,-57-30 0,-17-13 0,-1-1 0,2-2 0,58 16 0,107 15 0,-196-43 0,50 6 0,-1-2 0,1-3 0,54-4 0,71 4 0,-155 1 0,0 1 0,25 7 0,34 6 0,-46-11-273,-1 0 0,1 2 0,-1 2 0,47 20 0,-57-19-6553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0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1 24575,'6'0'0,"0"0"0,0 1 0,1 0 0,-1 0 0,0 0 0,0 1 0,0 0 0,0 0 0,0 1 0,-1 0 0,1-1 0,-1 2 0,0-1 0,1 1 0,-2 0 0,1 0 0,0 0 0,-1 1 0,0-1 0,7 11 0,-5-5 0,0 0 0,-1 0 0,0 0 0,-1 1 0,0 0 0,0 0 0,-1 0 0,-1 0 0,0 0 0,0 18 0,1 46 0,-9 96 0,5-164 0,0 1 0,-1 0 0,1-1 0,-2 1 0,1-1 0,-1 0 0,0 1 0,0-1 0,-1-1 0,0 1 0,0 0 0,-1-1 0,0 0 0,0 0 0,0-1 0,-1 1 0,1-1 0,-1 0 0,-8 5 0,-10 3 0,0 0 0,-1-1 0,0-2 0,-32 9 0,-7 4 0,29-10 60,-47 12 0,72-22-209,-1-1 1,0-1-1,1 1 1,-1-2-1,0 1 1,0-2-1,0 1 1,0-1-1,-12-4 1,3-2-6678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24575,'4'1'0,"0"1"0,-1-1 0,1 1 0,-1-1 0,0 1 0,1 0 0,-1 1 0,0-1 0,0 1 0,0-1 0,4 6 0,6 5 0,80 72 0,154 183 0,-37-35 0,-172-198 0,53 38 0,-55-45 0,-1 0 0,37 40 0,75 108 0,-128-154-1365,-2-4-5461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29 24575,'0'-2'0,"0"1"0,-1 0 0,1-1 0,-1 1 0,1-1 0,-1 1 0,0 0 0,1 0 0,-1-1 0,0 1 0,0 0 0,0 0 0,0 0 0,0 0 0,0 0 0,0 0 0,0 0 0,-1 0 0,1 1 0,0-1 0,0 0 0,-1 1 0,1-1 0,-1 1 0,1-1 0,0 1 0,-1 0 0,1-1 0,-1 1 0,1 0 0,-3 0 0,-49-1 0,22 5 0,0 1 0,0 2-1,0 1 1,1 1 0,1 2-1,-36 17 1,-164 103 49,22-11-1461,174-104-5414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6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6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24575,'7'0'0,"2"7"0,6 2 0,1 6 0,11 8 0,1 7 0,3-2 0,-4 8 0,1-2 0,-6-6-8191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24575,'7'0'0,"2"7"0,0 9 0,5 2 0,0-3-8191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9T12:32:17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E6A12-21D9-4D1C-9DE3-FD1BF41792CC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2ED11-B7B7-423C-9C23-A4F591981E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09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800</a:t>
            </a:r>
            <a:r>
              <a:rPr lang="zh-CN" altLang="en-US" dirty="0"/>
              <a:t>元餐券 </a:t>
            </a:r>
            <a:r>
              <a:rPr lang="en-US" altLang="zh-CN" dirty="0"/>
              <a:t>= </a:t>
            </a:r>
            <a:r>
              <a:rPr lang="zh-CN" altLang="en-US" dirty="0"/>
              <a:t>一个月一半时间去，划算；多余的可以提前出。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篮球 </a:t>
            </a:r>
            <a:r>
              <a:rPr lang="en-US" altLang="zh-CN" dirty="0"/>
              <a:t>= </a:t>
            </a:r>
            <a:r>
              <a:rPr lang="zh-CN" altLang="en-US" dirty="0"/>
              <a:t>家中早饭。</a:t>
            </a:r>
            <a:endParaRPr lang="en-US" altLang="zh-CN" dirty="0"/>
          </a:p>
          <a:p>
            <a:r>
              <a:rPr lang="zh-CN" altLang="en-US" dirty="0"/>
              <a:t>健身 </a:t>
            </a:r>
            <a:r>
              <a:rPr lang="en-US" altLang="zh-CN" dirty="0"/>
              <a:t>= </a:t>
            </a:r>
            <a:r>
              <a:rPr lang="zh-CN" altLang="en-US" dirty="0"/>
              <a:t>均可。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硬盘需要寄存解决。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早不看手机 </a:t>
            </a:r>
            <a:r>
              <a:rPr lang="en-US" altLang="zh-CN" dirty="0"/>
              <a:t>= </a:t>
            </a:r>
            <a:r>
              <a:rPr lang="zh-CN" altLang="en-US" dirty="0"/>
              <a:t>平时手机充电，睡前手机入包，外边留个电子书和最不想见到的手机 </a:t>
            </a:r>
            <a:r>
              <a:rPr lang="en-US" altLang="zh-CN" dirty="0"/>
              <a:t>+ </a:t>
            </a:r>
            <a:r>
              <a:rPr lang="zh-CN" altLang="en-US" dirty="0"/>
              <a:t>炒币量化（量化前设置好）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24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永世轮回的工作日。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前一天，早睡。（过去的晚睡障碍：</a:t>
            </a:r>
            <a:r>
              <a:rPr lang="en-US" altLang="zh-CN" dirty="0" err="1"/>
              <a:t>Balatro</a:t>
            </a:r>
            <a:r>
              <a:rPr lang="en-US" altLang="zh-CN" dirty="0"/>
              <a:t>, SY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站）。要找到晚睡解药：书和音乐。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 – </a:t>
            </a:r>
            <a:r>
              <a:rPr lang="zh-CN" altLang="en-US" dirty="0"/>
              <a:t>篮球日</a:t>
            </a:r>
            <a:endParaRPr lang="en-US" altLang="zh-CN" dirty="0"/>
          </a:p>
          <a:p>
            <a:r>
              <a:rPr lang="en-US" altLang="zh-CN" dirty="0"/>
              <a:t>B – </a:t>
            </a:r>
            <a:r>
              <a:rPr lang="zh-CN" altLang="en-US" dirty="0"/>
              <a:t>健身日</a:t>
            </a:r>
            <a:endParaRPr lang="en-US" altLang="zh-CN" dirty="0"/>
          </a:p>
          <a:p>
            <a:r>
              <a:rPr lang="en-US" altLang="zh-CN" dirty="0"/>
              <a:t>C – </a:t>
            </a:r>
            <a:r>
              <a:rPr lang="zh-CN" altLang="en-US" dirty="0"/>
              <a:t>高尔夫日</a:t>
            </a:r>
            <a:endParaRPr lang="en-US" altLang="zh-CN" dirty="0"/>
          </a:p>
          <a:p>
            <a:r>
              <a:rPr lang="en-US" altLang="zh-CN" dirty="0"/>
              <a:t>D – </a:t>
            </a:r>
            <a:r>
              <a:rPr lang="zh-CN" altLang="en-US" dirty="0"/>
              <a:t>啥也没有日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回家健身后，依旧可以继续工作！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路上做的事情：</a:t>
            </a:r>
            <a:endParaRPr lang="en-US" altLang="zh-CN" dirty="0"/>
          </a:p>
          <a:p>
            <a:r>
              <a:rPr lang="zh-CN" altLang="en-US" dirty="0"/>
              <a:t>冥想</a:t>
            </a:r>
            <a:endParaRPr lang="en-US" altLang="zh-CN" dirty="0"/>
          </a:p>
          <a:p>
            <a:r>
              <a:rPr lang="zh-CN" altLang="en-US" dirty="0"/>
              <a:t>教练相关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早上 </a:t>
            </a:r>
            <a:r>
              <a:rPr lang="en-US" altLang="zh-CN" dirty="0"/>
              <a:t>– </a:t>
            </a:r>
            <a:r>
              <a:rPr lang="zh-CN" altLang="en-US" dirty="0"/>
              <a:t>日式早餐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64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DE70-9C20-48A7-446E-919DDE44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763154-DCA6-D210-539A-9302CF582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BDCE9E-86B4-6614-2CD2-95A8440B3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永世轮回的娱乐日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早上的早饭，可以有点花样，也可以还去艾美。</a:t>
            </a:r>
            <a:endParaRPr lang="en-US" altLang="zh-CN" dirty="0"/>
          </a:p>
          <a:p>
            <a:r>
              <a:rPr lang="zh-CN" altLang="en-US" dirty="0"/>
              <a:t>咖啡店，可以有点花样，也可以还去艾美。进行的都是娱乐项目。</a:t>
            </a:r>
            <a:endParaRPr lang="en-US" altLang="zh-CN" dirty="0"/>
          </a:p>
          <a:p>
            <a:r>
              <a:rPr lang="zh-CN" altLang="en-US"/>
              <a:t>可以早点回家继续娱乐什么的。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9D33E7-1387-20B3-67B4-BEB0103BE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219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永世轮回的沉迷日。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026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地铁：冥想，梳理工作，整理电脑</a:t>
            </a:r>
            <a:r>
              <a:rPr lang="en-US" altLang="zh-CN" dirty="0"/>
              <a:t>/</a:t>
            </a:r>
            <a:r>
              <a:rPr lang="zh-CN" altLang="en-US" dirty="0"/>
              <a:t>手机。</a:t>
            </a:r>
            <a:r>
              <a:rPr lang="en-US" altLang="zh-CN" dirty="0"/>
              <a:t>【</a:t>
            </a:r>
            <a:r>
              <a:rPr lang="zh-CN" altLang="en-US" dirty="0"/>
              <a:t>带口罩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88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三条线，架构 </a:t>
            </a:r>
            <a:r>
              <a:rPr lang="en-US" altLang="zh-CN" dirty="0"/>
              <a:t>+ </a:t>
            </a:r>
            <a:r>
              <a:rPr lang="zh-CN" altLang="en-US" dirty="0"/>
              <a:t>琐事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灰产清迈</a:t>
            </a:r>
            <a:r>
              <a:rPr lang="en-US" altLang="zh-CN" dirty="0"/>
              <a:t>4m – </a:t>
            </a:r>
          </a:p>
          <a:p>
            <a:endParaRPr lang="en-US" altLang="zh-CN" dirty="0"/>
          </a:p>
          <a:p>
            <a:r>
              <a:rPr lang="zh-CN" altLang="en-US" dirty="0"/>
              <a:t>架构</a:t>
            </a:r>
            <a:endParaRPr lang="en-US" altLang="zh-CN" dirty="0"/>
          </a:p>
          <a:p>
            <a:r>
              <a:rPr lang="zh-CN" altLang="en-US" dirty="0"/>
              <a:t>  减法</a:t>
            </a:r>
            <a:endParaRPr lang="en-US" altLang="zh-CN" dirty="0"/>
          </a:p>
          <a:p>
            <a:r>
              <a:rPr lang="en-US" altLang="zh-CN" dirty="0"/>
              <a:t>    ACCA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 err="1"/>
              <a:t>xhs</a:t>
            </a:r>
            <a:r>
              <a:rPr lang="zh-CN" altLang="en-US" dirty="0"/>
              <a:t>推广，出海，事件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热水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助理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琐事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电话号码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红书号码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淘宝店号码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/>
              <a:t>海报快速制作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68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休假，</a:t>
            </a:r>
            <a:r>
              <a:rPr lang="en-US" altLang="zh-CN" dirty="0"/>
              <a:t>1/2</a:t>
            </a:r>
            <a:r>
              <a:rPr lang="zh-CN" altLang="en-US" dirty="0"/>
              <a:t>月；</a:t>
            </a:r>
            <a:r>
              <a:rPr lang="en-US" altLang="zh-CN" dirty="0"/>
              <a:t>4</a:t>
            </a:r>
            <a:r>
              <a:rPr lang="zh-CN" altLang="en-US" dirty="0"/>
              <a:t>月。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509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日志：</a:t>
            </a:r>
            <a:r>
              <a:rPr lang="en-US" altLang="zh-CN" dirty="0"/>
              <a:t>240624</a:t>
            </a:r>
          </a:p>
          <a:p>
            <a:endParaRPr lang="en-US" altLang="zh-CN" dirty="0"/>
          </a:p>
          <a:p>
            <a:r>
              <a:rPr lang="zh-CN" altLang="en-US" dirty="0"/>
              <a:t>日志：</a:t>
            </a:r>
            <a:r>
              <a:rPr lang="en-US" altLang="zh-CN" dirty="0"/>
              <a:t>240719</a:t>
            </a:r>
          </a:p>
          <a:p>
            <a:r>
              <a:rPr lang="zh-CN" altLang="en-US" dirty="0"/>
              <a:t>用公开资源快速再搭建一下</a:t>
            </a:r>
            <a:r>
              <a:rPr lang="en-US" altLang="zh-CN" dirty="0"/>
              <a:t>SEO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Albumy</a:t>
            </a:r>
            <a:r>
              <a:rPr lang="zh-CN" altLang="en-US" dirty="0"/>
              <a:t>学习前，自己手里的代码重新学一遍，包括</a:t>
            </a:r>
            <a:r>
              <a:rPr lang="en-US" altLang="zh-CN" dirty="0" err="1"/>
              <a:t>bluelog</a:t>
            </a:r>
            <a:endParaRPr lang="en-US" altLang="zh-CN" dirty="0"/>
          </a:p>
          <a:p>
            <a:r>
              <a:rPr lang="zh-CN" altLang="en-US" dirty="0"/>
              <a:t>英语教练试着好好做一下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5AAE-7319-417F-AFC0-CAA8CCC49C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516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370F-A9EE-8978-2890-FC6277D3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7F210B-EA70-7929-A107-473BC2643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333660-0BF5-C68E-609B-20146F3BD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日志：</a:t>
            </a:r>
            <a:r>
              <a:rPr lang="en-US" altLang="zh-CN" dirty="0"/>
              <a:t>240624</a:t>
            </a:r>
          </a:p>
          <a:p>
            <a:endParaRPr lang="en-US" altLang="zh-CN" dirty="0"/>
          </a:p>
          <a:p>
            <a:r>
              <a:rPr lang="zh-CN" altLang="en-US" dirty="0"/>
              <a:t>日志：</a:t>
            </a:r>
            <a:r>
              <a:rPr lang="en-US" altLang="zh-CN" dirty="0"/>
              <a:t>240719</a:t>
            </a:r>
          </a:p>
          <a:p>
            <a:r>
              <a:rPr lang="zh-CN" altLang="en-US" dirty="0"/>
              <a:t>用公开资源快速再搭建一下</a:t>
            </a:r>
            <a:r>
              <a:rPr lang="en-US" altLang="zh-CN" dirty="0"/>
              <a:t>SEO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Albumy</a:t>
            </a:r>
            <a:r>
              <a:rPr lang="zh-CN" altLang="en-US" dirty="0"/>
              <a:t>学习前，自己手里的代码重新学一遍，包括</a:t>
            </a:r>
            <a:r>
              <a:rPr lang="en-US" altLang="zh-CN" dirty="0" err="1"/>
              <a:t>bluelog</a:t>
            </a:r>
            <a:endParaRPr lang="en-US" altLang="zh-CN" dirty="0"/>
          </a:p>
          <a:p>
            <a:r>
              <a:rPr lang="zh-CN" altLang="en-US" dirty="0"/>
              <a:t>英语教练试着好好做一下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D1AD21-A154-EE95-108F-CB6971BD75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5AAE-7319-417F-AFC0-CAA8CCC49C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640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网站要点：</a:t>
            </a:r>
            <a:endParaRPr lang="en-US" altLang="zh-CN" dirty="0"/>
          </a:p>
          <a:p>
            <a:r>
              <a:rPr lang="zh-CN" altLang="en-US" dirty="0"/>
              <a:t>知识学习和管理；</a:t>
            </a:r>
            <a:r>
              <a:rPr lang="en-US" altLang="zh-CN" dirty="0" err="1"/>
              <a:t>mindmap</a:t>
            </a:r>
            <a:r>
              <a:rPr lang="zh-CN" altLang="en-US" dirty="0"/>
              <a:t>足够；需要有个辅助者；需要有个每周</a:t>
            </a:r>
            <a:r>
              <a:rPr lang="en-US" altLang="zh-CN" dirty="0"/>
              <a:t>4.5</a:t>
            </a:r>
            <a:r>
              <a:rPr lang="zh-CN" altLang="en-US" dirty="0"/>
              <a:t>日的环境</a:t>
            </a:r>
            <a:endParaRPr lang="en-US" altLang="zh-CN" dirty="0"/>
          </a:p>
          <a:p>
            <a:r>
              <a:rPr lang="zh-CN" altLang="en-US" dirty="0"/>
              <a:t>外包团队雇佣； </a:t>
            </a:r>
            <a:r>
              <a:rPr lang="en-US" altLang="zh-CN" dirty="0"/>
              <a:t>- </a:t>
            </a:r>
            <a:r>
              <a:rPr lang="zh-CN" altLang="en-US" dirty="0"/>
              <a:t>可以去大公司；可以找教练学习。但是在此之前要自己先能做到。</a:t>
            </a:r>
            <a:endParaRPr lang="en-US" altLang="zh-CN" dirty="0"/>
          </a:p>
          <a:p>
            <a:r>
              <a:rPr lang="en-US" altLang="zh-CN" dirty="0"/>
              <a:t>SEO</a:t>
            </a:r>
            <a:r>
              <a:rPr lang="zh-CN" altLang="en-US" dirty="0"/>
              <a:t>网（灰产）</a:t>
            </a:r>
            <a:r>
              <a:rPr lang="en-US" altLang="zh-CN" dirty="0"/>
              <a:t>- </a:t>
            </a:r>
            <a:r>
              <a:rPr lang="zh-CN" altLang="en-US" dirty="0"/>
              <a:t>漂亮的博客界面；安全的支付收款；可信的流程界面；真题下载；小红书运营；微信真实；视频运营（抄稿）</a:t>
            </a:r>
            <a:endParaRPr lang="en-US" altLang="zh-CN" dirty="0"/>
          </a:p>
          <a:p>
            <a:r>
              <a:rPr lang="zh-CN" altLang="en-US" dirty="0"/>
              <a:t>互动网（政论） </a:t>
            </a:r>
            <a:r>
              <a:rPr lang="en-US" altLang="zh-CN" dirty="0"/>
              <a:t>- </a:t>
            </a:r>
            <a:r>
              <a:rPr lang="zh-CN" altLang="en-US" dirty="0"/>
              <a:t>给自己用的</a:t>
            </a:r>
            <a:r>
              <a:rPr lang="en-US" altLang="zh-CN" dirty="0" err="1"/>
              <a:t>videolog</a:t>
            </a:r>
            <a:r>
              <a:rPr lang="zh-CN" altLang="en-US" dirty="0"/>
              <a:t>观看工具；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5AAE-7319-417F-AFC0-CAA8CCC49C5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633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5AAE-7319-417F-AFC0-CAA8CCC49C5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122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网站首页设计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435AAE-7319-417F-AFC0-CAA8CCC49C5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291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田任务：淘宝 </a:t>
            </a:r>
            <a:r>
              <a:rPr lang="en-US" altLang="zh-CN" dirty="0"/>
              <a:t>/ </a:t>
            </a:r>
            <a:r>
              <a:rPr lang="zh-CN" altLang="en-US" dirty="0"/>
              <a:t>小红书</a:t>
            </a:r>
            <a:r>
              <a:rPr lang="en-US" altLang="zh-CN" dirty="0"/>
              <a:t>ai</a:t>
            </a:r>
            <a:r>
              <a:rPr lang="zh-CN" altLang="en-US" dirty="0"/>
              <a:t>生成 </a:t>
            </a:r>
            <a:r>
              <a:rPr lang="en-US" altLang="zh-CN" dirty="0"/>
              <a:t>/ </a:t>
            </a:r>
            <a:r>
              <a:rPr lang="zh-CN" altLang="en-US" dirty="0"/>
              <a:t>长尾考试（</a:t>
            </a:r>
            <a:r>
              <a:rPr lang="en-US" altLang="zh-CN" dirty="0"/>
              <a:t>MCAT, ISEE, SSAT</a:t>
            </a:r>
            <a:r>
              <a:rPr lang="zh-CN" altLang="en-US" dirty="0"/>
              <a:t>）</a:t>
            </a:r>
            <a:r>
              <a:rPr lang="en-US" altLang="zh-CN" dirty="0"/>
              <a:t>/ </a:t>
            </a:r>
            <a:r>
              <a:rPr lang="zh-CN" altLang="en-US" dirty="0"/>
              <a:t>照抄天翁所有考试 </a:t>
            </a:r>
            <a:r>
              <a:rPr lang="en-US" altLang="zh-CN" dirty="0"/>
              <a:t>/ </a:t>
            </a:r>
            <a:r>
              <a:rPr lang="zh-CN" altLang="en-US" dirty="0"/>
              <a:t>关键推广期，超级加倍！ </a:t>
            </a:r>
            <a:r>
              <a:rPr lang="en-US" altLang="zh-CN" dirty="0"/>
              <a:t>/ </a:t>
            </a:r>
          </a:p>
          <a:p>
            <a:endParaRPr lang="en-US" altLang="zh-CN" dirty="0"/>
          </a:p>
          <a:p>
            <a:r>
              <a:rPr lang="zh-CN" altLang="en-US" dirty="0"/>
              <a:t>胖任务：手机微信更新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哲学问题：如果只额外做</a:t>
            </a:r>
            <a:r>
              <a:rPr lang="en-US" altLang="zh-CN" dirty="0"/>
              <a:t>1</a:t>
            </a:r>
            <a:r>
              <a:rPr lang="zh-CN" altLang="en-US" dirty="0"/>
              <a:t>件事情，能增加</a:t>
            </a:r>
            <a:r>
              <a:rPr lang="en-US" altLang="zh-CN" dirty="0"/>
              <a:t>SAT/LSAT/ACCA</a:t>
            </a:r>
            <a:r>
              <a:rPr lang="zh-CN" altLang="en-US" dirty="0"/>
              <a:t>，这件事是什么？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几个一次性</a:t>
            </a:r>
            <a:endParaRPr lang="en-US" altLang="zh-CN" dirty="0"/>
          </a:p>
          <a:p>
            <a:r>
              <a:rPr lang="en-US" altLang="zh-CN" dirty="0"/>
              <a:t>1 </a:t>
            </a:r>
            <a:r>
              <a:rPr lang="zh-CN" altLang="en-US" dirty="0"/>
              <a:t>长尾考试，类别调查和增加帖子（大人类，小孩类）；如果成熟的，调查一下价格。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领思，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大人：</a:t>
            </a:r>
            <a:r>
              <a:rPr lang="en-US" altLang="zh-CN" dirty="0"/>
              <a:t>CFA</a:t>
            </a:r>
            <a:r>
              <a:rPr lang="zh-CN" altLang="en-US" dirty="0"/>
              <a:t>家考，</a:t>
            </a:r>
            <a:r>
              <a:rPr lang="en-US" altLang="zh-CN" dirty="0"/>
              <a:t>GRE</a:t>
            </a:r>
            <a:r>
              <a:rPr lang="zh-CN" altLang="en-US" dirty="0"/>
              <a:t>考试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小孩：竞赛，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 </a:t>
            </a:r>
            <a:r>
              <a:rPr lang="zh-CN" altLang="en-US" dirty="0"/>
              <a:t>淘宝店运营，看需要做什么，然后找羊头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5 </a:t>
            </a:r>
            <a:r>
              <a:rPr lang="zh-CN" altLang="en-US" dirty="0"/>
              <a:t>联系合作机构，找到意向机构，合作，给热水</a:t>
            </a:r>
            <a:r>
              <a:rPr lang="en-US" altLang="zh-CN" dirty="0"/>
              <a:t>【</a:t>
            </a:r>
            <a:r>
              <a:rPr lang="zh-CN" altLang="en-US" dirty="0"/>
              <a:t>耘露类</a:t>
            </a:r>
            <a:r>
              <a:rPr lang="en-US" altLang="zh-CN" dirty="0"/>
              <a:t>】</a:t>
            </a:r>
          </a:p>
          <a:p>
            <a:r>
              <a:rPr lang="en-US" altLang="zh-CN" dirty="0"/>
              <a:t>2 </a:t>
            </a:r>
            <a:r>
              <a:rPr lang="en-US" altLang="zh-CN" dirty="0" err="1"/>
              <a:t>lsat</a:t>
            </a:r>
            <a:r>
              <a:rPr lang="en-US" altLang="zh-CN" dirty="0"/>
              <a:t>\acca</a:t>
            </a:r>
            <a:r>
              <a:rPr lang="zh-CN" altLang="en-US" dirty="0"/>
              <a:t>的：</a:t>
            </a:r>
            <a:r>
              <a:rPr lang="en-US" altLang="zh-CN" dirty="0"/>
              <a:t>【</a:t>
            </a:r>
            <a:r>
              <a:rPr lang="zh-CN" altLang="en-US" dirty="0"/>
              <a:t>数字人（新趋势、傻瓜）、题库、</a:t>
            </a:r>
            <a:r>
              <a:rPr lang="en-US" altLang="zh-CN" dirty="0"/>
              <a:t>DS</a:t>
            </a:r>
            <a:r>
              <a:rPr lang="zh-CN" altLang="en-US" dirty="0"/>
              <a:t>的内容产出（考高分）、高分喜报与模板</a:t>
            </a:r>
            <a:r>
              <a:rPr lang="en-US" altLang="zh-CN" dirty="0"/>
              <a:t>【</a:t>
            </a:r>
            <a:r>
              <a:rPr lang="zh-CN" altLang="en-US" dirty="0"/>
              <a:t>一次多做几个</a:t>
            </a:r>
            <a:r>
              <a:rPr lang="en-US" altLang="zh-CN" dirty="0"/>
              <a:t>】</a:t>
            </a:r>
          </a:p>
          <a:p>
            <a:r>
              <a:rPr lang="en-US" altLang="zh-CN" dirty="0"/>
              <a:t>4 </a:t>
            </a:r>
            <a:r>
              <a:rPr lang="zh-CN" altLang="en-US" dirty="0"/>
              <a:t>咸鱼卖真题，多类别图片，制作</a:t>
            </a:r>
            <a:endParaRPr lang="en-US" altLang="zh-CN" dirty="0"/>
          </a:p>
          <a:p>
            <a:r>
              <a:rPr lang="en-US" altLang="zh-CN" dirty="0"/>
              <a:t>6 </a:t>
            </a:r>
            <a:r>
              <a:rPr lang="zh-CN" altLang="en-US" dirty="0"/>
              <a:t>卡加老师积攒</a:t>
            </a:r>
            <a:r>
              <a:rPr lang="en-US" altLang="zh-CN" dirty="0"/>
              <a:t>3</a:t>
            </a:r>
            <a:r>
              <a:rPr lang="zh-CN" altLang="en-US"/>
              <a:t>个月量的宣传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555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长尾考试，</a:t>
            </a:r>
            <a:endParaRPr lang="en-US" altLang="zh-CN" dirty="0"/>
          </a:p>
          <a:p>
            <a:r>
              <a:rPr lang="en-US" altLang="zh-CN" dirty="0"/>
              <a:t>1 </a:t>
            </a:r>
            <a:r>
              <a:rPr lang="zh-CN" altLang="en-US" dirty="0"/>
              <a:t>介绍：什么考试？收费如何？能干啥？和主流考试对比？（科普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931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79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857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最开始，整理活体图鉴列表，每个</a:t>
            </a:r>
            <a:r>
              <a:rPr lang="en-US" altLang="zh-CN" dirty="0"/>
              <a:t>x2</a:t>
            </a:r>
          </a:p>
          <a:p>
            <a:r>
              <a:rPr lang="en-US" altLang="zh-CN" dirty="0"/>
              <a:t>=</a:t>
            </a:r>
            <a:r>
              <a:rPr lang="zh-CN" altLang="en-US" dirty="0"/>
              <a:t>垃圾 </a:t>
            </a:r>
            <a:r>
              <a:rPr lang="en-US" altLang="zh-CN" dirty="0"/>
              <a:t>+ </a:t>
            </a:r>
            <a:r>
              <a:rPr lang="zh-CN" altLang="en-US" dirty="0"/>
              <a:t>活动大量 </a:t>
            </a:r>
            <a:r>
              <a:rPr lang="en-US" altLang="zh-CN" dirty="0"/>
              <a:t>+ </a:t>
            </a:r>
            <a:r>
              <a:rPr lang="zh-CN" altLang="en-US" dirty="0"/>
              <a:t>单独个体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然后，已有活体图鉴 </a:t>
            </a:r>
            <a:r>
              <a:rPr lang="en-US" altLang="zh-CN" dirty="0"/>
              <a:t>+ </a:t>
            </a:r>
            <a:r>
              <a:rPr lang="zh-CN" altLang="en-US" dirty="0"/>
              <a:t>垃圾 </a:t>
            </a:r>
            <a:r>
              <a:rPr lang="en-US" altLang="zh-CN" dirty="0"/>
              <a:t>= </a:t>
            </a:r>
            <a:r>
              <a:rPr lang="zh-CN" altLang="en-US" dirty="0"/>
              <a:t>传送</a:t>
            </a:r>
            <a:endParaRPr lang="en-US" altLang="zh-CN" dirty="0"/>
          </a:p>
          <a:p>
            <a:r>
              <a:rPr lang="zh-CN" altLang="en-US"/>
              <a:t>其次，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314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选房标准：父母住在</a:t>
            </a:r>
            <a:r>
              <a:rPr lang="en-US" altLang="zh-CN" dirty="0"/>
              <a:t>10</a:t>
            </a:r>
            <a:r>
              <a:rPr lang="zh-CN" altLang="en-US" dirty="0"/>
              <a:t>号线沿线；离地铁近</a:t>
            </a:r>
            <a:r>
              <a:rPr lang="en-US" altLang="zh-CN" dirty="0"/>
              <a:t>/</a:t>
            </a:r>
            <a:r>
              <a:rPr lang="zh-CN" altLang="en-US" dirty="0"/>
              <a:t>离公园近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带小胖做体检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357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Tapu</a:t>
            </a:r>
            <a:r>
              <a:rPr lang="en-US" altLang="zh-CN" dirty="0"/>
              <a:t> bulu90% = 2412</a:t>
            </a:r>
            <a:r>
              <a:rPr lang="zh-CN" altLang="en-US" dirty="0"/>
              <a:t>；</a:t>
            </a:r>
            <a:r>
              <a:rPr lang="en-US" altLang="zh-CN" dirty="0"/>
              <a:t>1929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D11-B7B7-423C-9C23-A4F591981EF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73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CA6B50-5C3C-C6ED-511B-4BA36ED8B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040A0A-DC7F-5FC1-56E9-029537635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728CF2-B57D-E827-258C-9BA6CC485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42FA02-7AFD-E5B0-B88A-38A09C8EA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BE26B-A532-B9C4-3B80-3485721E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59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8E0BE-B796-BFD4-F0D3-C584CD82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0E9941-3997-838A-D064-386DB7674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18D5B5-85B2-EA80-CCBF-A29EF93E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B9DFA6-F106-452D-3E2F-23D12E08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D1AB35-43A5-BE80-154E-804432B9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133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E3472-BEA2-C6E9-10AE-D7AF3A35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884796-C08C-E36A-0418-CAA421509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F3697-5CBD-0762-783B-178EB3A66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C25742-C54A-9E56-CFAD-6275AB05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697CD7-BB70-EB32-04D1-E7A7E0627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4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02BB6-DEEF-18D6-F22B-35531F3DC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59272-EFAA-596B-6FDE-4C4E89F55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0B0824-6023-3CA3-A334-E8AA2C840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1E6D2-1A05-F9BF-2FEF-0797779D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D4852B-FE23-5F26-A58F-4A703254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B00EFC-77B5-58B6-FBC6-FD0DE946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715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126B5-4FB7-E861-4E65-112F0D1C7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D15F9F-CD0F-C549-AB64-77A1D6629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F0B72C-A4A9-99A2-C571-093A9F4C2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BFA193-4EB4-CA51-E06D-1D0AA708B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453717-55C4-B3E4-E719-DB9288EC6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69C1BB2-8E72-995A-98B9-ABEDD217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608A13-2236-11FA-60A2-522F430EE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97A29D-DD3F-A5D6-E142-8D44456E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0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C41C4-388B-5DD3-A0F6-D154FD351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E680C38-3E39-97F1-8BEE-5DC1996D9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F84B3B-0993-C035-4A46-C2D2BAD9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75D9CB-A787-F7DD-1980-FA6A64FBF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82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CADED8-CE08-C46A-EDCC-F7EFE2E77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CD64F2-4155-7AA2-3B39-D3C8635C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76F35-9C4A-561D-5B03-97F092C4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08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46BC2-BFBA-9CF4-06E8-643F7F60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93E357-E7D2-0B3D-AA52-D6DA31B51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2DA29F-9641-8F28-8F8E-1B92FE9F2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0CF1F3-3D04-D10D-0717-0ECC1243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6487E3-9050-C31E-E8BB-EB42DB51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43CB3C-FBB2-B1FA-665A-E14A20A6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474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44A59-E246-21B0-F813-46B7B003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6C147A-B16E-1334-76E7-D4A19889B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AF95CB-08AF-B117-88C5-8ED9B5198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047B6A-8A1F-1771-1416-18FD746B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5B8BBB-ABD3-14B6-A9D5-9AB8101E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35645E-5A34-F563-23FC-9A703CD57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85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B36FB-EFB8-B5E3-CF78-2CC53781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42C0B3C-86EB-B694-908D-62E283A7A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DC6D16-9EEB-B30C-B3CF-34D9466D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8B2A2-174B-83B5-2586-0B5D7894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AD73B9-01C3-6D39-DD92-0BFB2FFD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049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EBF302-F0C0-BD88-5A24-32EA215D6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7F44B-8D8E-ABCC-7FBF-83733FE4D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585F9-2E83-31BF-15F5-FD591809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F532B5-B3BC-D3B3-E879-FC62B553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7E98E6-554D-1103-22A0-74562D95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97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33CEEC-3DBE-8D1C-92B8-E748CCFAD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96CC33-2C8F-3133-7471-2EF6F74E3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0AA52B-4F9E-77A3-2AAF-8F8D61B71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5ED6B-65A6-4331-9B27-A79DDB445F54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44CD2-77F2-8A5B-5886-9CC2B05D6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392F6-6C1D-F9E4-E10C-93B1AA75E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CBF9-6FCD-4E16-9899-BADD97C87A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50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customXml" Target="../ink/ink7.xm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NULL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notesSlide" Target="../notesSlides/notesSlide10.xml"/><Relationship Id="rId16" Type="http://schemas.openxmlformats.org/officeDocument/2006/relationships/image" Target="NULL"/><Relationship Id="rId20" Type="http://schemas.openxmlformats.org/officeDocument/2006/relationships/image" Target="NULL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6.xml"/><Relationship Id="rId24" Type="http://schemas.openxmlformats.org/officeDocument/2006/relationships/image" Target="NUL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NULL"/><Relationship Id="rId10" Type="http://schemas.openxmlformats.org/officeDocument/2006/relationships/image" Target="NULL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" Type="http://schemas.openxmlformats.org/officeDocument/2006/relationships/image" Target="NULL"/><Relationship Id="rId9" Type="http://schemas.openxmlformats.org/officeDocument/2006/relationships/customXml" Target="../ink/ink5.xml"/><Relationship Id="rId14" Type="http://schemas.openxmlformats.org/officeDocument/2006/relationships/image" Target="NULL"/><Relationship Id="rId22" Type="http://schemas.openxmlformats.org/officeDocument/2006/relationships/image" Target="NULL"/><Relationship Id="rId27" Type="http://schemas.openxmlformats.org/officeDocument/2006/relationships/customXml" Target="../ink/ink14.xml"/><Relationship Id="rId30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4922A31-6369-958C-2875-C3F170D13075}"/>
              </a:ext>
            </a:extLst>
          </p:cNvPr>
          <p:cNvSpPr/>
          <p:nvPr/>
        </p:nvSpPr>
        <p:spPr>
          <a:xfrm>
            <a:off x="5315526" y="180388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角色扮演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865DF3-6460-745F-9E73-76EC3374C5E1}"/>
              </a:ext>
            </a:extLst>
          </p:cNvPr>
          <p:cNvSpPr/>
          <p:nvPr/>
        </p:nvSpPr>
        <p:spPr>
          <a:xfrm>
            <a:off x="8321309" y="128413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冷水浴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C6E27A-241A-8E75-825F-2AE059A2AEB2}"/>
              </a:ext>
            </a:extLst>
          </p:cNvPr>
          <p:cNvSpPr/>
          <p:nvPr/>
        </p:nvSpPr>
        <p:spPr>
          <a:xfrm>
            <a:off x="2543954" y="1697133"/>
            <a:ext cx="1695537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吃药</a:t>
            </a:r>
            <a:r>
              <a:rPr lang="en-US" altLang="zh-CN" sz="1400" dirty="0"/>
              <a:t>/</a:t>
            </a:r>
            <a:r>
              <a:rPr lang="zh-CN" altLang="en-US" sz="1400" dirty="0"/>
              <a:t>姜黄奶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9CED6F-CFDC-1616-ACDF-0C08C3E957F4}"/>
              </a:ext>
            </a:extLst>
          </p:cNvPr>
          <p:cNvSpPr/>
          <p:nvPr/>
        </p:nvSpPr>
        <p:spPr>
          <a:xfrm>
            <a:off x="5130799" y="910058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太阳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144971-A342-B719-6952-4835D57CB682}"/>
              </a:ext>
            </a:extLst>
          </p:cNvPr>
          <p:cNvSpPr/>
          <p:nvPr/>
        </p:nvSpPr>
        <p:spPr>
          <a:xfrm>
            <a:off x="5130799" y="155660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洗鼻</a:t>
            </a:r>
            <a:endParaRPr lang="en-US" altLang="zh-CN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149F63-A4C2-EE28-E2BC-2A02EC4BBC7F}"/>
              </a:ext>
            </a:extLst>
          </p:cNvPr>
          <p:cNvSpPr/>
          <p:nvPr/>
        </p:nvSpPr>
        <p:spPr>
          <a:xfrm>
            <a:off x="3491340" y="284970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握力</a:t>
            </a:r>
            <a:endParaRPr lang="en-US" altLang="zh-CN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912CC5-C8E3-F133-F249-F97897BD844F}"/>
              </a:ext>
            </a:extLst>
          </p:cNvPr>
          <p:cNvSpPr/>
          <p:nvPr/>
        </p:nvSpPr>
        <p:spPr>
          <a:xfrm>
            <a:off x="5130799" y="284970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视力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4C8E0A-892B-E97A-2CC4-35EA3740EAB8}"/>
              </a:ext>
            </a:extLst>
          </p:cNvPr>
          <p:cNvSpPr/>
          <p:nvPr/>
        </p:nvSpPr>
        <p:spPr>
          <a:xfrm>
            <a:off x="6747166" y="919296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拉伸</a:t>
            </a:r>
            <a:endParaRPr lang="en-US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73AA3F-E7A8-E097-AB0D-FA3E829BF0CF}"/>
              </a:ext>
            </a:extLst>
          </p:cNvPr>
          <p:cNvSpPr/>
          <p:nvPr/>
        </p:nvSpPr>
        <p:spPr>
          <a:xfrm>
            <a:off x="6747166" y="1695149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音乐</a:t>
            </a:r>
            <a:endParaRPr lang="en-US" altLang="zh-CN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8FADF7C-CAEF-3A82-FEB8-0DE04560DF66}"/>
              </a:ext>
            </a:extLst>
          </p:cNvPr>
          <p:cNvSpPr/>
          <p:nvPr/>
        </p:nvSpPr>
        <p:spPr>
          <a:xfrm>
            <a:off x="6854044" y="2538292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冥想</a:t>
            </a:r>
            <a:endParaRPr lang="en-US" altLang="zh-CN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2CCE18-6815-5C6C-0DA8-F86090E5C074}"/>
              </a:ext>
            </a:extLst>
          </p:cNvPr>
          <p:cNvSpPr/>
          <p:nvPr/>
        </p:nvSpPr>
        <p:spPr>
          <a:xfrm>
            <a:off x="4574308" y="393959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做饭</a:t>
            </a:r>
            <a:endParaRPr lang="en-US" altLang="zh-CN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92847C-3678-CCDE-0EEE-56F9C5DEE2A9}"/>
              </a:ext>
            </a:extLst>
          </p:cNvPr>
          <p:cNvSpPr/>
          <p:nvPr/>
        </p:nvSpPr>
        <p:spPr>
          <a:xfrm>
            <a:off x="5824848" y="3939596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吃饭</a:t>
            </a:r>
            <a:endParaRPr lang="en-US" altLang="zh-CN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AA004D-9755-8E8B-1463-5D959E9DBBF1}"/>
              </a:ext>
            </a:extLst>
          </p:cNvPr>
          <p:cNvSpPr/>
          <p:nvPr/>
        </p:nvSpPr>
        <p:spPr>
          <a:xfrm>
            <a:off x="5063833" y="4576907"/>
            <a:ext cx="1616367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入定 </a:t>
            </a:r>
            <a:r>
              <a:rPr lang="en-US" altLang="zh-CN" sz="1400" dirty="0"/>
              <a:t>– </a:t>
            </a:r>
            <a:r>
              <a:rPr lang="zh-CN" altLang="en-US" sz="1400" dirty="0"/>
              <a:t>语言学习</a:t>
            </a:r>
            <a:endParaRPr lang="en-US" altLang="zh-CN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70E060-51D6-A3C1-5E9A-0642188F2AE0}"/>
              </a:ext>
            </a:extLst>
          </p:cNvPr>
          <p:cNvSpPr/>
          <p:nvPr/>
        </p:nvSpPr>
        <p:spPr>
          <a:xfrm>
            <a:off x="1116601" y="5570463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排除干扰（炒币）</a:t>
            </a:r>
            <a:endParaRPr lang="en-US" altLang="zh-CN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2400D5-F3CE-C87D-573A-9845C7154C51}"/>
              </a:ext>
            </a:extLst>
          </p:cNvPr>
          <p:cNvSpPr/>
          <p:nvPr/>
        </p:nvSpPr>
        <p:spPr>
          <a:xfrm>
            <a:off x="2431464" y="140163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早不看手机</a:t>
            </a:r>
            <a:endParaRPr lang="en-US" altLang="zh-CN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3CDDEEC-E97E-F77E-6AEF-665F76FC36BF}"/>
              </a:ext>
            </a:extLst>
          </p:cNvPr>
          <p:cNvSpPr/>
          <p:nvPr/>
        </p:nvSpPr>
        <p:spPr>
          <a:xfrm>
            <a:off x="4507341" y="5985454"/>
            <a:ext cx="2796316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具象化目标（如正念高尔夫，）；价值观和工作安排等</a:t>
            </a:r>
            <a:endParaRPr lang="en-US" altLang="zh-CN" sz="11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93B68E-5564-452F-8794-C4D45DDDB7AE}"/>
              </a:ext>
            </a:extLst>
          </p:cNvPr>
          <p:cNvSpPr/>
          <p:nvPr/>
        </p:nvSpPr>
        <p:spPr>
          <a:xfrm>
            <a:off x="5063832" y="5123834"/>
            <a:ext cx="1616367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规划，</a:t>
            </a:r>
            <a:r>
              <a:rPr lang="en-US" altLang="zh-CN" sz="1400" dirty="0"/>
              <a:t>5-10min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128DA4-0CBB-0489-3E6F-E8807C90973C}"/>
              </a:ext>
            </a:extLst>
          </p:cNvPr>
          <p:cNvSpPr/>
          <p:nvPr/>
        </p:nvSpPr>
        <p:spPr>
          <a:xfrm>
            <a:off x="7967026" y="4851361"/>
            <a:ext cx="3172029" cy="54494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车上时间（英语？握力？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27326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25BBC-EA3A-8BB3-4F25-A96DA3476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4E703A-5810-AE5B-6E3B-6AB772D7780F}"/>
              </a:ext>
            </a:extLst>
          </p:cNvPr>
          <p:cNvSpPr/>
          <p:nvPr/>
        </p:nvSpPr>
        <p:spPr>
          <a:xfrm>
            <a:off x="5302992" y="102491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角色扮演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C9318F-3BDB-E2C6-80CC-347142782872}"/>
              </a:ext>
            </a:extLst>
          </p:cNvPr>
          <p:cNvSpPr/>
          <p:nvPr/>
        </p:nvSpPr>
        <p:spPr>
          <a:xfrm>
            <a:off x="8867571" y="105409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冷水浴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5145A0-BE4E-E705-5C10-F6CE94D5FB1B}"/>
              </a:ext>
            </a:extLst>
          </p:cNvPr>
          <p:cNvSpPr/>
          <p:nvPr/>
        </p:nvSpPr>
        <p:spPr>
          <a:xfrm>
            <a:off x="8107550" y="2337428"/>
            <a:ext cx="1695537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吃药</a:t>
            </a:r>
            <a:r>
              <a:rPr lang="en-US" altLang="zh-CN" sz="1400" dirty="0"/>
              <a:t>/</a:t>
            </a:r>
            <a:r>
              <a:rPr lang="zh-CN" altLang="en-US" sz="1400" dirty="0"/>
              <a:t>姜黄奶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BEF1B7-584E-043F-A0DF-C10C87292CFF}"/>
              </a:ext>
            </a:extLst>
          </p:cNvPr>
          <p:cNvSpPr/>
          <p:nvPr/>
        </p:nvSpPr>
        <p:spPr>
          <a:xfrm>
            <a:off x="4746501" y="160514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太阳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633F99-8985-1C9A-F5C3-F79DA6721118}"/>
              </a:ext>
            </a:extLst>
          </p:cNvPr>
          <p:cNvSpPr/>
          <p:nvPr/>
        </p:nvSpPr>
        <p:spPr>
          <a:xfrm>
            <a:off x="8341428" y="290472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洗鼻</a:t>
            </a:r>
            <a:endParaRPr lang="en-US" altLang="zh-CN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59A591-2496-8425-91D7-08F0A95464DF}"/>
              </a:ext>
            </a:extLst>
          </p:cNvPr>
          <p:cNvSpPr/>
          <p:nvPr/>
        </p:nvSpPr>
        <p:spPr>
          <a:xfrm>
            <a:off x="7551059" y="3438870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握力</a:t>
            </a:r>
            <a:endParaRPr lang="en-US" altLang="zh-CN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82B128-D97E-F41A-2037-616765303F8A}"/>
              </a:ext>
            </a:extLst>
          </p:cNvPr>
          <p:cNvSpPr/>
          <p:nvPr/>
        </p:nvSpPr>
        <p:spPr>
          <a:xfrm>
            <a:off x="7031189" y="289098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视力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A4E8E3-D132-DAAC-6236-A7128B0DF359}"/>
              </a:ext>
            </a:extLst>
          </p:cNvPr>
          <p:cNvSpPr/>
          <p:nvPr/>
        </p:nvSpPr>
        <p:spPr>
          <a:xfrm>
            <a:off x="4746501" y="265823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拉伸</a:t>
            </a:r>
            <a:endParaRPr lang="en-US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ED4E67-C87D-1C68-A1AC-4C5EC9A9DF56}"/>
              </a:ext>
            </a:extLst>
          </p:cNvPr>
          <p:cNvSpPr/>
          <p:nvPr/>
        </p:nvSpPr>
        <p:spPr>
          <a:xfrm>
            <a:off x="8867571" y="1680849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音乐</a:t>
            </a:r>
            <a:endParaRPr lang="en-US" altLang="zh-CN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4B84AE-5D72-A7CF-0DED-B8EC2218636A}"/>
              </a:ext>
            </a:extLst>
          </p:cNvPr>
          <p:cNvSpPr/>
          <p:nvPr/>
        </p:nvSpPr>
        <p:spPr>
          <a:xfrm>
            <a:off x="4746501" y="2142378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冥想</a:t>
            </a:r>
            <a:endParaRPr lang="en-US" altLang="zh-CN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FB91AB-7D56-80D6-F649-F498E45ACB76}"/>
              </a:ext>
            </a:extLst>
          </p:cNvPr>
          <p:cNvSpPr/>
          <p:nvPr/>
        </p:nvSpPr>
        <p:spPr>
          <a:xfrm>
            <a:off x="4348676" y="4126319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做饭</a:t>
            </a:r>
            <a:endParaRPr lang="en-US" altLang="zh-CN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A59E94-2CDD-2B35-C5BF-223D03405245}"/>
              </a:ext>
            </a:extLst>
          </p:cNvPr>
          <p:cNvSpPr/>
          <p:nvPr/>
        </p:nvSpPr>
        <p:spPr>
          <a:xfrm>
            <a:off x="5859483" y="4128680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吃饭</a:t>
            </a:r>
            <a:endParaRPr lang="en-US" altLang="zh-CN" sz="1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4D3AFA-F46B-D570-F8D6-4A3E1F4726AE}"/>
              </a:ext>
            </a:extLst>
          </p:cNvPr>
          <p:cNvSpPr/>
          <p:nvPr/>
        </p:nvSpPr>
        <p:spPr>
          <a:xfrm>
            <a:off x="4869536" y="4792436"/>
            <a:ext cx="1979890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入定 </a:t>
            </a:r>
            <a:r>
              <a:rPr lang="en-US" altLang="zh-CN" sz="1400" dirty="0"/>
              <a:t>– </a:t>
            </a:r>
            <a:r>
              <a:rPr lang="zh-CN" altLang="en-US" sz="1400" dirty="0"/>
              <a:t>语言学习（</a:t>
            </a:r>
            <a:r>
              <a:rPr lang="en-US" altLang="zh-CN" sz="1400" dirty="0"/>
              <a:t>10min</a:t>
            </a:r>
            <a:r>
              <a:rPr lang="zh-CN" altLang="en-US" sz="1400" dirty="0"/>
              <a:t>）</a:t>
            </a:r>
            <a:endParaRPr lang="en-US" altLang="zh-CN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A90FD1-D700-1732-0233-F09E1C912B63}"/>
              </a:ext>
            </a:extLst>
          </p:cNvPr>
          <p:cNvSpPr/>
          <p:nvPr/>
        </p:nvSpPr>
        <p:spPr>
          <a:xfrm>
            <a:off x="1116601" y="576876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排除干扰（炒币）</a:t>
            </a:r>
            <a:endParaRPr lang="en-US" altLang="zh-CN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5CE2A9-8730-0CE2-62CA-86D58DD0E058}"/>
              </a:ext>
            </a:extLst>
          </p:cNvPr>
          <p:cNvSpPr/>
          <p:nvPr/>
        </p:nvSpPr>
        <p:spPr>
          <a:xfrm>
            <a:off x="3100445" y="8585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早不看手机</a:t>
            </a:r>
            <a:endParaRPr lang="en-US" altLang="zh-CN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2345C92-752F-1770-445A-A7A74A643AF2}"/>
              </a:ext>
            </a:extLst>
          </p:cNvPr>
          <p:cNvSpPr/>
          <p:nvPr/>
        </p:nvSpPr>
        <p:spPr>
          <a:xfrm>
            <a:off x="4461323" y="5252853"/>
            <a:ext cx="2796316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/>
              <a:t>具象化目标（如正念高尔夫，）；价值观和工作安排等（</a:t>
            </a:r>
            <a:r>
              <a:rPr lang="en-US" altLang="zh-CN" sz="1100" dirty="0"/>
              <a:t>5min</a:t>
            </a:r>
            <a:r>
              <a:rPr lang="zh-CN" altLang="en-US" sz="1100" dirty="0"/>
              <a:t>）</a:t>
            </a:r>
            <a:endParaRPr lang="en-US" altLang="zh-CN" sz="11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511B17-6B97-461F-1713-B3891166F0F4}"/>
              </a:ext>
            </a:extLst>
          </p:cNvPr>
          <p:cNvSpPr/>
          <p:nvPr/>
        </p:nvSpPr>
        <p:spPr>
          <a:xfrm>
            <a:off x="5051298" y="6381782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晚准备 </a:t>
            </a:r>
            <a:r>
              <a:rPr lang="en-US" altLang="zh-CN" sz="1400" dirty="0"/>
              <a:t>– </a:t>
            </a:r>
            <a:r>
              <a:rPr lang="zh-CN" altLang="en-US" sz="1400" dirty="0"/>
              <a:t>手机充电、第二天衣服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420427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090EE-6510-6515-1622-C401737C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3166D-C9EE-2CC5-3FC6-2684A652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娱乐日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F391DF-4509-6013-2353-81FB9CA4B96E}"/>
              </a:ext>
            </a:extLst>
          </p:cNvPr>
          <p:cNvSpPr/>
          <p:nvPr/>
        </p:nvSpPr>
        <p:spPr>
          <a:xfrm>
            <a:off x="5302992" y="102491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角色扮演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DBB6F2-D29F-B9CC-4F90-802C9BCF075B}"/>
              </a:ext>
            </a:extLst>
          </p:cNvPr>
          <p:cNvSpPr/>
          <p:nvPr/>
        </p:nvSpPr>
        <p:spPr>
          <a:xfrm>
            <a:off x="3794819" y="342667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洗澡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2C41E-D297-5C45-3DAF-BEF72844DAC9}"/>
              </a:ext>
            </a:extLst>
          </p:cNvPr>
          <p:cNvSpPr/>
          <p:nvPr/>
        </p:nvSpPr>
        <p:spPr>
          <a:xfrm>
            <a:off x="8056248" y="1145395"/>
            <a:ext cx="1695537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吃药</a:t>
            </a:r>
            <a:r>
              <a:rPr lang="en-US" altLang="zh-CN" sz="1400" dirty="0"/>
              <a:t>/</a:t>
            </a:r>
            <a:r>
              <a:rPr lang="zh-CN" altLang="en-US" sz="1400" dirty="0"/>
              <a:t>姜黄奶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4645A8-1559-C169-2133-F3F00052CCE4}"/>
              </a:ext>
            </a:extLst>
          </p:cNvPr>
          <p:cNvSpPr/>
          <p:nvPr/>
        </p:nvSpPr>
        <p:spPr>
          <a:xfrm>
            <a:off x="3794819" y="3971619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太阳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168ADB-7475-4BED-B790-ACC640998A46}"/>
              </a:ext>
            </a:extLst>
          </p:cNvPr>
          <p:cNvSpPr/>
          <p:nvPr/>
        </p:nvSpPr>
        <p:spPr>
          <a:xfrm>
            <a:off x="8290126" y="171269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洗鼻</a:t>
            </a:r>
            <a:endParaRPr lang="en-US" altLang="zh-CN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F1DDC6-5FFA-DAF1-927B-50FB71E1EB11}"/>
              </a:ext>
            </a:extLst>
          </p:cNvPr>
          <p:cNvSpPr/>
          <p:nvPr/>
        </p:nvSpPr>
        <p:spPr>
          <a:xfrm>
            <a:off x="7499757" y="224683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握力</a:t>
            </a:r>
            <a:endParaRPr lang="en-US" altLang="zh-CN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D2AC32-CBD0-6D0F-99E9-B2B25720197C}"/>
              </a:ext>
            </a:extLst>
          </p:cNvPr>
          <p:cNvSpPr/>
          <p:nvPr/>
        </p:nvSpPr>
        <p:spPr>
          <a:xfrm>
            <a:off x="6979887" y="1698951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视力</a:t>
            </a:r>
            <a:endParaRPr lang="en-US" altLang="zh-CN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2F5BC8-DD98-9972-22A8-7D5B673E3013}"/>
              </a:ext>
            </a:extLst>
          </p:cNvPr>
          <p:cNvSpPr/>
          <p:nvPr/>
        </p:nvSpPr>
        <p:spPr>
          <a:xfrm>
            <a:off x="4695199" y="146620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身 </a:t>
            </a:r>
            <a:r>
              <a:rPr lang="en-US" altLang="zh-CN" sz="1400" dirty="0"/>
              <a:t>– </a:t>
            </a:r>
            <a:r>
              <a:rPr lang="zh-CN" altLang="en-US" sz="1400" dirty="0"/>
              <a:t>拉伸</a:t>
            </a:r>
            <a:endParaRPr lang="en-US" altLang="zh-CN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E918DC-DFEB-19C2-BA1B-55210F15087C}"/>
              </a:ext>
            </a:extLst>
          </p:cNvPr>
          <p:cNvSpPr/>
          <p:nvPr/>
        </p:nvSpPr>
        <p:spPr>
          <a:xfrm>
            <a:off x="8816269" y="488816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音乐</a:t>
            </a:r>
            <a:endParaRPr lang="en-US" altLang="zh-CN" sz="1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41D92B-57DB-4A3F-AD0C-A33E1C8BD463}"/>
              </a:ext>
            </a:extLst>
          </p:cNvPr>
          <p:cNvSpPr/>
          <p:nvPr/>
        </p:nvSpPr>
        <p:spPr>
          <a:xfrm>
            <a:off x="4695199" y="95034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心 </a:t>
            </a:r>
            <a:r>
              <a:rPr lang="en-US" altLang="zh-CN" sz="1400" dirty="0"/>
              <a:t>– </a:t>
            </a:r>
            <a:r>
              <a:rPr lang="zh-CN" altLang="en-US" sz="1400" dirty="0"/>
              <a:t>冥想</a:t>
            </a:r>
            <a:endParaRPr lang="en-US" altLang="zh-CN" sz="1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AF29D3-F90D-EADF-3FE2-FD1684938195}"/>
              </a:ext>
            </a:extLst>
          </p:cNvPr>
          <p:cNvSpPr/>
          <p:nvPr/>
        </p:nvSpPr>
        <p:spPr>
          <a:xfrm>
            <a:off x="4746501" y="487128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做饭（斯多葛）</a:t>
            </a:r>
            <a:endParaRPr lang="en-US" altLang="zh-CN" sz="14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9BE9D1-74AB-FAB7-7046-7012CCEFC735}"/>
              </a:ext>
            </a:extLst>
          </p:cNvPr>
          <p:cNvSpPr/>
          <p:nvPr/>
        </p:nvSpPr>
        <p:spPr>
          <a:xfrm>
            <a:off x="1116601" y="576876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排除干扰（炒币）</a:t>
            </a:r>
            <a:endParaRPr lang="en-US" altLang="zh-CN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6A5E08-71A8-6612-4DE3-3F9EEFC3688A}"/>
              </a:ext>
            </a:extLst>
          </p:cNvPr>
          <p:cNvSpPr/>
          <p:nvPr/>
        </p:nvSpPr>
        <p:spPr>
          <a:xfrm>
            <a:off x="3100445" y="8585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早不看手机</a:t>
            </a:r>
            <a:endParaRPr lang="en-US" altLang="zh-CN" sz="14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91F9AB-2E2C-70A3-B30A-BA00D3357682}"/>
              </a:ext>
            </a:extLst>
          </p:cNvPr>
          <p:cNvSpPr/>
          <p:nvPr/>
        </p:nvSpPr>
        <p:spPr>
          <a:xfrm>
            <a:off x="4494808" y="658552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晚准备 </a:t>
            </a:r>
            <a:r>
              <a:rPr lang="en-US" altLang="zh-CN" sz="1400" dirty="0"/>
              <a:t>– </a:t>
            </a:r>
            <a:r>
              <a:rPr lang="zh-CN" altLang="en-US" sz="1400" dirty="0"/>
              <a:t>手机充电、第二天衣服</a:t>
            </a:r>
            <a:endParaRPr lang="en-US" altLang="zh-CN" sz="1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6F53529-0B2E-D116-3290-A1FF72C61203}"/>
              </a:ext>
            </a:extLst>
          </p:cNvPr>
          <p:cNvSpPr/>
          <p:nvPr/>
        </p:nvSpPr>
        <p:spPr>
          <a:xfrm>
            <a:off x="3794819" y="2881729"/>
            <a:ext cx="1112982" cy="5449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爬楼梯</a:t>
            </a:r>
            <a:endParaRPr lang="en-US" altLang="zh-CN" sz="140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CAFD4D-C2A4-8BC9-2400-A2B60140FB33}"/>
              </a:ext>
            </a:extLst>
          </p:cNvPr>
          <p:cNvSpPr/>
          <p:nvPr/>
        </p:nvSpPr>
        <p:spPr>
          <a:xfrm>
            <a:off x="4746501" y="5387144"/>
            <a:ext cx="1112982" cy="5449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玩</a:t>
            </a:r>
            <a:endParaRPr lang="en-US" altLang="zh-CN" sz="14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BEC8C4-51EF-F2B6-9F51-4B4862A7394A}"/>
              </a:ext>
            </a:extLst>
          </p:cNvPr>
          <p:cNvSpPr/>
          <p:nvPr/>
        </p:nvSpPr>
        <p:spPr>
          <a:xfrm>
            <a:off x="6171703" y="6585527"/>
            <a:ext cx="1616367" cy="54494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早睡早起！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08291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C5257-4BC9-3BC6-CF1C-0EFB2F59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82874-783D-A49B-2380-07CD6AC11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随意日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67056-804C-5BD0-E4AB-1867B6D6B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C9A3890-54B2-1FB1-CD93-81F3F2A0C66E}"/>
              </a:ext>
            </a:extLst>
          </p:cNvPr>
          <p:cNvSpPr/>
          <p:nvPr/>
        </p:nvSpPr>
        <p:spPr>
          <a:xfrm>
            <a:off x="694268" y="315652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早起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F4999A-CCF3-565F-B4F2-0403563E3491}"/>
              </a:ext>
            </a:extLst>
          </p:cNvPr>
          <p:cNvSpPr/>
          <p:nvPr/>
        </p:nvSpPr>
        <p:spPr>
          <a:xfrm>
            <a:off x="6596939" y="78437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打车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E3A860-5A38-063E-2AE1-62933744279F}"/>
              </a:ext>
            </a:extLst>
          </p:cNvPr>
          <p:cNvSpPr/>
          <p:nvPr/>
        </p:nvSpPr>
        <p:spPr>
          <a:xfrm>
            <a:off x="6596939" y="1329318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地铁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ACAC78-BFF0-669C-050F-136F3D22DC5B}"/>
              </a:ext>
            </a:extLst>
          </p:cNvPr>
          <p:cNvSpPr/>
          <p:nvPr/>
        </p:nvSpPr>
        <p:spPr>
          <a:xfrm>
            <a:off x="5140143" y="784373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大工作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C0E7DA-7B5D-3087-C274-2BE012699A60}"/>
              </a:ext>
            </a:extLst>
          </p:cNvPr>
          <p:cNvSpPr/>
          <p:nvPr/>
        </p:nvSpPr>
        <p:spPr>
          <a:xfrm>
            <a:off x="2570365" y="315652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篮球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8CC1E4-A707-33FF-3EC2-DD38CE617A35}"/>
              </a:ext>
            </a:extLst>
          </p:cNvPr>
          <p:cNvSpPr/>
          <p:nvPr/>
        </p:nvSpPr>
        <p:spPr>
          <a:xfrm>
            <a:off x="5140143" y="1340630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工作</a:t>
            </a:r>
            <a:r>
              <a:rPr lang="en-US" altLang="zh-CN" sz="1400" dirty="0"/>
              <a:t>/</a:t>
            </a:r>
            <a:r>
              <a:rPr lang="zh-CN" altLang="en-US" sz="1400" dirty="0"/>
              <a:t>高尔夫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0E70E5A-155B-F260-A05D-4F777FF60960}"/>
              </a:ext>
            </a:extLst>
          </p:cNvPr>
          <p:cNvSpPr/>
          <p:nvPr/>
        </p:nvSpPr>
        <p:spPr>
          <a:xfrm>
            <a:off x="5140143" y="288405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工作</a:t>
            </a:r>
            <a:r>
              <a:rPr lang="en-US" altLang="zh-CN" sz="1400" dirty="0"/>
              <a:t>/</a:t>
            </a:r>
            <a:r>
              <a:rPr lang="zh-CN" altLang="en-US" sz="1400" dirty="0"/>
              <a:t>娱乐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314BF7-C2E6-432F-D62E-290EE193BF99}"/>
              </a:ext>
            </a:extLst>
          </p:cNvPr>
          <p:cNvSpPr/>
          <p:nvPr/>
        </p:nvSpPr>
        <p:spPr>
          <a:xfrm>
            <a:off x="5140143" y="4050303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娱乐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B16AAD-0A23-587C-7E8D-A09E4EDF3295}"/>
              </a:ext>
            </a:extLst>
          </p:cNvPr>
          <p:cNvSpPr/>
          <p:nvPr/>
        </p:nvSpPr>
        <p:spPr>
          <a:xfrm>
            <a:off x="5140143" y="5387662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特种兵沉迷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459452-9F8A-7F4C-000B-9ED27B3045E8}"/>
              </a:ext>
            </a:extLst>
          </p:cNvPr>
          <p:cNvSpPr/>
          <p:nvPr/>
        </p:nvSpPr>
        <p:spPr>
          <a:xfrm>
            <a:off x="5140143" y="1896887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篮球</a:t>
            </a:r>
            <a:r>
              <a:rPr lang="en-US" altLang="zh-CN" sz="1400" dirty="0"/>
              <a:t>/</a:t>
            </a:r>
            <a:r>
              <a:rPr lang="zh-CN" altLang="en-US" sz="1400" dirty="0"/>
              <a:t>工作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237E11-DDEC-33B2-FE86-CCD240364209}"/>
              </a:ext>
            </a:extLst>
          </p:cNvPr>
          <p:cNvSpPr/>
          <p:nvPr/>
        </p:nvSpPr>
        <p:spPr>
          <a:xfrm>
            <a:off x="6596939" y="188557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食堂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4D876B-1761-211A-2023-C9905E54C085}"/>
              </a:ext>
            </a:extLst>
          </p:cNvPr>
          <p:cNvSpPr/>
          <p:nvPr/>
        </p:nvSpPr>
        <p:spPr>
          <a:xfrm>
            <a:off x="6596939" y="2817884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家里吃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82740C-251B-4610-161B-4F984DD23B7D}"/>
              </a:ext>
            </a:extLst>
          </p:cNvPr>
          <p:cNvSpPr/>
          <p:nvPr/>
        </p:nvSpPr>
        <p:spPr>
          <a:xfrm>
            <a:off x="6596939" y="3362830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吃好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EAD4E3-B995-D5E0-D6A5-D186F4B1E978}"/>
              </a:ext>
            </a:extLst>
          </p:cNvPr>
          <p:cNvSpPr/>
          <p:nvPr/>
        </p:nvSpPr>
        <p:spPr>
          <a:xfrm>
            <a:off x="6596939" y="3907775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不刷小红书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0B171B-3CDC-23BE-0812-F0C54B5C3D94}"/>
              </a:ext>
            </a:extLst>
          </p:cNvPr>
          <p:cNvSpPr/>
          <p:nvPr/>
        </p:nvSpPr>
        <p:spPr>
          <a:xfrm>
            <a:off x="6596939" y="4452720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不刷知乎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F27FFE-13F2-9FF2-8F96-579AE7131259}"/>
              </a:ext>
            </a:extLst>
          </p:cNvPr>
          <p:cNvSpPr/>
          <p:nvPr/>
        </p:nvSpPr>
        <p:spPr>
          <a:xfrm>
            <a:off x="6596939" y="5387663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家里吃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6EE5FE1-6876-B51B-296A-78C8A5903335}"/>
              </a:ext>
            </a:extLst>
          </p:cNvPr>
          <p:cNvSpPr/>
          <p:nvPr/>
        </p:nvSpPr>
        <p:spPr>
          <a:xfrm>
            <a:off x="5140143" y="6180076"/>
            <a:ext cx="1112982" cy="544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/>
              <a:t>野营乌托邦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1060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24412-0B4E-8836-5484-B23FC6BC4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V20241209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C2FB06-8D53-7507-785E-D7E7FB811471}"/>
              </a:ext>
            </a:extLst>
          </p:cNvPr>
          <p:cNvSpPr/>
          <p:nvPr/>
        </p:nvSpPr>
        <p:spPr>
          <a:xfrm>
            <a:off x="8644246" y="1537779"/>
            <a:ext cx="1533897" cy="47062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Scaler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98C1AE-B130-871A-17B1-3798F36BB31C}"/>
              </a:ext>
            </a:extLst>
          </p:cNvPr>
          <p:cNvSpPr/>
          <p:nvPr/>
        </p:nvSpPr>
        <p:spPr>
          <a:xfrm>
            <a:off x="5329051" y="1538319"/>
            <a:ext cx="1533897" cy="470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Scaler</a:t>
            </a:r>
            <a:r>
              <a:rPr lang="zh-CN" altLang="en-US" dirty="0"/>
              <a:t>编程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35A430-6D28-BE17-BE8B-1A0ABC6B15CA}"/>
              </a:ext>
            </a:extLst>
          </p:cNvPr>
          <p:cNvSpPr/>
          <p:nvPr/>
        </p:nvSpPr>
        <p:spPr>
          <a:xfrm>
            <a:off x="1662546" y="1538319"/>
            <a:ext cx="1990601" cy="4706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再赚</a:t>
            </a:r>
            <a:r>
              <a:rPr lang="en-US" altLang="zh-CN" dirty="0"/>
              <a:t>4m</a:t>
            </a:r>
            <a:r>
              <a:rPr lang="zh-CN" altLang="en-US" dirty="0"/>
              <a:t>，清迈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15CB61-849F-31AA-3266-B7F5C5667626}"/>
              </a:ext>
            </a:extLst>
          </p:cNvPr>
          <p:cNvSpPr/>
          <p:nvPr/>
        </p:nvSpPr>
        <p:spPr>
          <a:xfrm>
            <a:off x="1425312" y="2594565"/>
            <a:ext cx="2383639" cy="4572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Web/</a:t>
            </a:r>
            <a:r>
              <a:rPr lang="zh-CN" altLang="en-US" dirty="0"/>
              <a:t>红书 </a:t>
            </a:r>
            <a:r>
              <a:rPr lang="en-US" altLang="zh-CN" dirty="0"/>
              <a:t>- SEO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85B50D-D6FA-C301-10E5-55BCCDD6E354}"/>
              </a:ext>
            </a:extLst>
          </p:cNvPr>
          <p:cNvSpPr/>
          <p:nvPr/>
        </p:nvSpPr>
        <p:spPr>
          <a:xfrm>
            <a:off x="11353800" y="4116920"/>
            <a:ext cx="1347849" cy="4706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LanParty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149688-50A4-A036-7BCA-9ACE67FEA4E7}"/>
              </a:ext>
            </a:extLst>
          </p:cNvPr>
          <p:cNvSpPr/>
          <p:nvPr/>
        </p:nvSpPr>
        <p:spPr>
          <a:xfrm>
            <a:off x="5358384" y="2594565"/>
            <a:ext cx="1533898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Albumy</a:t>
            </a:r>
            <a:r>
              <a:rPr lang="zh-CN" altLang="en-US" dirty="0"/>
              <a:t>学习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C6F61-BB4B-327B-6492-EDDFF0694EC9}"/>
              </a:ext>
            </a:extLst>
          </p:cNvPr>
          <p:cNvSpPr/>
          <p:nvPr/>
        </p:nvSpPr>
        <p:spPr>
          <a:xfrm>
            <a:off x="-261255" y="4352231"/>
            <a:ext cx="956952" cy="47062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65D839-FFA7-F1F0-F41F-053AE63DB1BA}"/>
              </a:ext>
            </a:extLst>
          </p:cNvPr>
          <p:cNvSpPr/>
          <p:nvPr/>
        </p:nvSpPr>
        <p:spPr>
          <a:xfrm>
            <a:off x="5385826" y="3552761"/>
            <a:ext cx="1795093" cy="506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预测网站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11718F-E025-67EF-B87D-8729DE700957}"/>
              </a:ext>
            </a:extLst>
          </p:cNvPr>
          <p:cNvSpPr/>
          <p:nvPr/>
        </p:nvSpPr>
        <p:spPr>
          <a:xfrm>
            <a:off x="5385826" y="4080594"/>
            <a:ext cx="1795093" cy="506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headway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B71329-6D36-2D0C-C9B0-CB6BE80A3CD0}"/>
              </a:ext>
            </a:extLst>
          </p:cNvPr>
          <p:cNvSpPr/>
          <p:nvPr/>
        </p:nvSpPr>
        <p:spPr>
          <a:xfrm>
            <a:off x="8383050" y="2544818"/>
            <a:ext cx="1795093" cy="50694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日语</a:t>
            </a:r>
            <a:r>
              <a:rPr lang="en-US" altLang="zh-CN" sz="1400" dirty="0"/>
              <a:t>/Golf/</a:t>
            </a:r>
            <a:r>
              <a:rPr lang="zh-CN" altLang="en-US" sz="1400" dirty="0"/>
              <a:t>篮球</a:t>
            </a:r>
            <a:r>
              <a:rPr lang="en-US" altLang="zh-CN" sz="1400" dirty="0"/>
              <a:t>/Game</a:t>
            </a:r>
            <a:endParaRPr lang="zh-CN" altLang="en-US" sz="14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961E4D-C2D4-B444-E412-40536A4124C8}"/>
              </a:ext>
            </a:extLst>
          </p:cNvPr>
          <p:cNvSpPr/>
          <p:nvPr/>
        </p:nvSpPr>
        <p:spPr>
          <a:xfrm>
            <a:off x="5198453" y="6492875"/>
            <a:ext cx="1795094" cy="365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黄分发系统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CA6D9E-68D1-BFA5-D0C2-81CC87EB39B2}"/>
              </a:ext>
            </a:extLst>
          </p:cNvPr>
          <p:cNvSpPr/>
          <p:nvPr/>
        </p:nvSpPr>
        <p:spPr>
          <a:xfrm>
            <a:off x="5198453" y="6102495"/>
            <a:ext cx="1795094" cy="365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Porn</a:t>
            </a:r>
            <a:r>
              <a:rPr lang="zh-CN" altLang="en-US" sz="1600" dirty="0"/>
              <a:t>网站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E71212-6FE0-1D43-D18F-0688D5C41E4F}"/>
              </a:ext>
            </a:extLst>
          </p:cNvPr>
          <p:cNvSpPr/>
          <p:nvPr/>
        </p:nvSpPr>
        <p:spPr>
          <a:xfrm>
            <a:off x="5394361" y="4534651"/>
            <a:ext cx="1786558" cy="50694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癌症工具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5807EF-CB40-41AA-1B58-94B31980F057}"/>
              </a:ext>
            </a:extLst>
          </p:cNvPr>
          <p:cNvSpPr/>
          <p:nvPr/>
        </p:nvSpPr>
        <p:spPr>
          <a:xfrm>
            <a:off x="53549" y="2569691"/>
            <a:ext cx="1230718" cy="4572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架构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5B67C68-0875-AB93-66B8-8D228B97BAF0}"/>
              </a:ext>
            </a:extLst>
          </p:cNvPr>
          <p:cNvSpPr/>
          <p:nvPr/>
        </p:nvSpPr>
        <p:spPr>
          <a:xfrm>
            <a:off x="5394361" y="5114845"/>
            <a:ext cx="1786558" cy="457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真题网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B84B47-A82A-EAB5-80FE-26CE5144FA0E}"/>
              </a:ext>
            </a:extLst>
          </p:cNvPr>
          <p:cNvSpPr/>
          <p:nvPr/>
        </p:nvSpPr>
        <p:spPr>
          <a:xfrm>
            <a:off x="6203595" y="5555748"/>
            <a:ext cx="1795093" cy="470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量化交易</a:t>
            </a:r>
            <a:r>
              <a:rPr lang="en-US" altLang="zh-CN" dirty="0"/>
              <a:t>bot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02F5A4-6CA1-AC8F-E4A2-7EB1B1DBE9E2}"/>
              </a:ext>
            </a:extLst>
          </p:cNvPr>
          <p:cNvSpPr/>
          <p:nvPr/>
        </p:nvSpPr>
        <p:spPr>
          <a:xfrm>
            <a:off x="4669696" y="5619691"/>
            <a:ext cx="1533899" cy="435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群内分析</a:t>
            </a:r>
            <a:r>
              <a:rPr lang="en-US" altLang="zh-CN" dirty="0"/>
              <a:t>bot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52217B-F969-8C8D-5C2B-B7B3BCADB368}"/>
              </a:ext>
            </a:extLst>
          </p:cNvPr>
          <p:cNvSpPr/>
          <p:nvPr/>
        </p:nvSpPr>
        <p:spPr>
          <a:xfrm>
            <a:off x="3808951" y="382702"/>
            <a:ext cx="6862950" cy="47062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Routine – </a:t>
            </a:r>
            <a:r>
              <a:rPr lang="zh-CN" altLang="en-US" dirty="0"/>
              <a:t>地点</a:t>
            </a:r>
            <a:r>
              <a:rPr lang="en-US" altLang="zh-CN" dirty="0"/>
              <a:t>/</a:t>
            </a:r>
            <a:r>
              <a:rPr lang="zh-CN" altLang="en-US" dirty="0"/>
              <a:t>酒店歌德 </a:t>
            </a:r>
            <a:r>
              <a:rPr lang="en-US" altLang="zh-CN" dirty="0"/>
              <a:t>| </a:t>
            </a:r>
            <a:r>
              <a:rPr lang="zh-CN" altLang="en-US" dirty="0"/>
              <a:t>家中</a:t>
            </a:r>
          </a:p>
        </p:txBody>
      </p:sp>
    </p:spTree>
    <p:extLst>
      <p:ext uri="{BB962C8B-B14F-4D97-AF65-F5344CB8AC3E}">
        <p14:creationId xmlns:p14="http://schemas.microsoft.com/office/powerpoint/2010/main" val="149525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5613EE-6681-9916-BCA5-0369962DE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105427"/>
              </p:ext>
            </p:extLst>
          </p:nvPr>
        </p:nvGraphicFramePr>
        <p:xfrm>
          <a:off x="582450" y="1100811"/>
          <a:ext cx="11027100" cy="4656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925">
                  <a:extLst>
                    <a:ext uri="{9D8B030D-6E8A-4147-A177-3AD203B41FA5}">
                      <a16:colId xmlns:a16="http://schemas.microsoft.com/office/drawing/2014/main" val="1770025793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1952994101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105416952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3622044573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2400506358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3566228709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4049924423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1108064237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3606924675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2901211526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3896971859"/>
                    </a:ext>
                  </a:extLst>
                </a:gridCol>
                <a:gridCol w="918925">
                  <a:extLst>
                    <a:ext uri="{9D8B030D-6E8A-4147-A177-3AD203B41FA5}">
                      <a16:colId xmlns:a16="http://schemas.microsoft.com/office/drawing/2014/main" val="3146777704"/>
                    </a:ext>
                  </a:extLst>
                </a:gridCol>
              </a:tblGrid>
              <a:tr h="776063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10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11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12</a:t>
                      </a:r>
                      <a:r>
                        <a:rPr lang="zh-CN" altLang="en-US" dirty="0"/>
                        <a:t>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936665"/>
                  </a:ext>
                </a:extLst>
              </a:tr>
              <a:tr h="77606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</a:p>
                    <a:p>
                      <a:r>
                        <a:rPr lang="en-US" altLang="zh-CN" dirty="0"/>
                        <a:t>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</a:p>
                    <a:p>
                      <a:r>
                        <a:rPr lang="en-US" altLang="zh-CN" dirty="0"/>
                        <a:t>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SAT</a:t>
                      </a:r>
                    </a:p>
                    <a:p>
                      <a:r>
                        <a:rPr lang="en-US" altLang="zh-CN" dirty="0"/>
                        <a:t>SAT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395733"/>
                  </a:ext>
                </a:extLst>
              </a:tr>
              <a:tr h="77606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225750"/>
                  </a:ext>
                </a:extLst>
              </a:tr>
              <a:tr h="776063"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</a:p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LSAT</a:t>
                      </a:r>
                    </a:p>
                    <a:p>
                      <a:r>
                        <a:rPr lang="en-US" altLang="zh-CN" dirty="0"/>
                        <a:t>LSAT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807118"/>
                  </a:ext>
                </a:extLst>
              </a:tr>
              <a:tr h="776063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AP</a:t>
                      </a:r>
                    </a:p>
                    <a:p>
                      <a:r>
                        <a:rPr lang="en-US" altLang="zh-CN" dirty="0"/>
                        <a:t>AP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576085"/>
                  </a:ext>
                </a:extLst>
              </a:tr>
              <a:tr h="776063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</a:p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</a:p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GRE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938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35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8727EBA-7898-BB87-EB06-97DF8B967A91}"/>
              </a:ext>
            </a:extLst>
          </p:cNvPr>
          <p:cNvSpPr/>
          <p:nvPr/>
        </p:nvSpPr>
        <p:spPr>
          <a:xfrm>
            <a:off x="10751126" y="13854"/>
            <a:ext cx="1440873" cy="457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3552B3-9578-4668-7C89-2CD0EC75FED0}"/>
              </a:ext>
            </a:extLst>
          </p:cNvPr>
          <p:cNvSpPr/>
          <p:nvPr/>
        </p:nvSpPr>
        <p:spPr>
          <a:xfrm>
            <a:off x="10751127" y="637309"/>
            <a:ext cx="1440873" cy="4572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46AC44-AF90-40C6-E50C-0E87D194A803}"/>
              </a:ext>
            </a:extLst>
          </p:cNvPr>
          <p:cNvSpPr/>
          <p:nvPr/>
        </p:nvSpPr>
        <p:spPr>
          <a:xfrm>
            <a:off x="10751127" y="1265381"/>
            <a:ext cx="1440873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826A18-16CA-6760-D478-8EBA8F8D877F}"/>
              </a:ext>
            </a:extLst>
          </p:cNvPr>
          <p:cNvSpPr/>
          <p:nvPr/>
        </p:nvSpPr>
        <p:spPr>
          <a:xfrm>
            <a:off x="23397" y="5362309"/>
            <a:ext cx="2595418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整理自己的资料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32AFE5-9BE8-43C0-4F98-24E4414E77EF}"/>
              </a:ext>
            </a:extLst>
          </p:cNvPr>
          <p:cNvSpPr/>
          <p:nvPr/>
        </p:nvSpPr>
        <p:spPr>
          <a:xfrm>
            <a:off x="23397" y="5971910"/>
            <a:ext cx="2595418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我妈癌症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AF6B38-D23A-9382-E6D9-CDAF5F8BA2A5}"/>
              </a:ext>
            </a:extLst>
          </p:cNvPr>
          <p:cNvSpPr/>
          <p:nvPr/>
        </p:nvSpPr>
        <p:spPr>
          <a:xfrm>
            <a:off x="10763636" y="1941371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社会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4BDDA2-DF9B-1248-6177-D020E06A1318}"/>
              </a:ext>
            </a:extLst>
          </p:cNvPr>
          <p:cNvSpPr/>
          <p:nvPr/>
        </p:nvSpPr>
        <p:spPr>
          <a:xfrm>
            <a:off x="10751125" y="3181612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训练营教练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470180-CF81-4E02-B7FE-F2AED7C3F06E}"/>
              </a:ext>
            </a:extLst>
          </p:cNvPr>
          <p:cNvSpPr/>
          <p:nvPr/>
        </p:nvSpPr>
        <p:spPr>
          <a:xfrm>
            <a:off x="10763635" y="4379032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训练营教练</a:t>
            </a:r>
          </a:p>
        </p:txBody>
      </p:sp>
    </p:spTree>
    <p:extLst>
      <p:ext uri="{BB962C8B-B14F-4D97-AF65-F5344CB8AC3E}">
        <p14:creationId xmlns:p14="http://schemas.microsoft.com/office/powerpoint/2010/main" val="559190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B213-C82C-8DA7-3B4A-BE0DB724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7573312-B455-33B8-D386-E5D24FE6820C}"/>
              </a:ext>
            </a:extLst>
          </p:cNvPr>
          <p:cNvSpPr/>
          <p:nvPr/>
        </p:nvSpPr>
        <p:spPr>
          <a:xfrm>
            <a:off x="2651142" y="1816681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黄分发系统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CB4A47-0C7F-E4FE-1F3A-E4337B121A33}"/>
              </a:ext>
            </a:extLst>
          </p:cNvPr>
          <p:cNvSpPr/>
          <p:nvPr/>
        </p:nvSpPr>
        <p:spPr>
          <a:xfrm>
            <a:off x="55724" y="2466116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网站</a:t>
            </a:r>
            <a:r>
              <a:rPr lang="en-US" altLang="zh-CN" dirty="0"/>
              <a:t>SEO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B28DF2-5D16-DAF3-833D-2D48C63ACC44}"/>
              </a:ext>
            </a:extLst>
          </p:cNvPr>
          <p:cNvSpPr/>
          <p:nvPr/>
        </p:nvSpPr>
        <p:spPr>
          <a:xfrm>
            <a:off x="5208589" y="3877538"/>
            <a:ext cx="2595418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预测网站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34DC1D-1C23-7871-84CF-0F1B76B4DA51}"/>
              </a:ext>
            </a:extLst>
          </p:cNvPr>
          <p:cNvSpPr/>
          <p:nvPr/>
        </p:nvSpPr>
        <p:spPr>
          <a:xfrm>
            <a:off x="5278887" y="1808021"/>
            <a:ext cx="2595418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Porn</a:t>
            </a:r>
            <a:r>
              <a:rPr lang="zh-CN" altLang="en-US" dirty="0"/>
              <a:t>网站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F1E32E8-713E-AC09-4134-0490517A4E36}"/>
              </a:ext>
            </a:extLst>
          </p:cNvPr>
          <p:cNvSpPr/>
          <p:nvPr/>
        </p:nvSpPr>
        <p:spPr>
          <a:xfrm>
            <a:off x="10751126" y="13854"/>
            <a:ext cx="1440873" cy="457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编程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74C12B-2C95-871D-B1CC-1CA6B62C141C}"/>
              </a:ext>
            </a:extLst>
          </p:cNvPr>
          <p:cNvSpPr/>
          <p:nvPr/>
        </p:nvSpPr>
        <p:spPr>
          <a:xfrm>
            <a:off x="10751127" y="637309"/>
            <a:ext cx="1440873" cy="4572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FE7A88-99CB-1B1A-3525-F1A899D0393D}"/>
              </a:ext>
            </a:extLst>
          </p:cNvPr>
          <p:cNvSpPr/>
          <p:nvPr/>
        </p:nvSpPr>
        <p:spPr>
          <a:xfrm>
            <a:off x="7839156" y="3138055"/>
            <a:ext cx="2595418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量化交易</a:t>
            </a:r>
            <a:r>
              <a:rPr lang="en-US" altLang="zh-CN" dirty="0"/>
              <a:t>bot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AF733C-51E2-BC9A-4F35-72F61DE38BCF}"/>
              </a:ext>
            </a:extLst>
          </p:cNvPr>
          <p:cNvSpPr/>
          <p:nvPr/>
        </p:nvSpPr>
        <p:spPr>
          <a:xfrm>
            <a:off x="5243738" y="3138054"/>
            <a:ext cx="2595418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群内分析</a:t>
            </a:r>
            <a:r>
              <a:rPr lang="en-US" altLang="zh-CN" dirty="0"/>
              <a:t>bot</a:t>
            </a:r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0BFD82-82EF-B98A-4ADA-887A4C0AA89F}"/>
              </a:ext>
            </a:extLst>
          </p:cNvPr>
          <p:cNvGrpSpPr/>
          <p:nvPr/>
        </p:nvGrpSpPr>
        <p:grpSpPr>
          <a:xfrm>
            <a:off x="55724" y="3075717"/>
            <a:ext cx="2595418" cy="581891"/>
            <a:chOff x="349637" y="3075717"/>
            <a:chExt cx="2595418" cy="58189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953AB7C-F59B-6272-E1CD-970348D5BE91}"/>
                </a:ext>
              </a:extLst>
            </p:cNvPr>
            <p:cNvSpPr/>
            <p:nvPr/>
          </p:nvSpPr>
          <p:spPr>
            <a:xfrm>
              <a:off x="349637" y="3075717"/>
              <a:ext cx="2595418" cy="58189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/>
                <a:t>日语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23C1AB1-33B6-348E-B606-898D178A98CC}"/>
                </a:ext>
              </a:extLst>
            </p:cNvPr>
            <p:cNvSpPr/>
            <p:nvPr/>
          </p:nvSpPr>
          <p:spPr>
            <a:xfrm>
              <a:off x="1615019" y="3075717"/>
              <a:ext cx="1330036" cy="5818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dirty="0"/>
                <a:t>学习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97D2B8CA-C177-3CDC-DBBB-280F74CC8AB0}"/>
              </a:ext>
            </a:extLst>
          </p:cNvPr>
          <p:cNvSpPr/>
          <p:nvPr/>
        </p:nvSpPr>
        <p:spPr>
          <a:xfrm>
            <a:off x="10751127" y="1265381"/>
            <a:ext cx="1440873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95AFA6D-1792-01B5-CE86-C9F7449FA7B3}"/>
              </a:ext>
            </a:extLst>
          </p:cNvPr>
          <p:cNvSpPr/>
          <p:nvPr/>
        </p:nvSpPr>
        <p:spPr>
          <a:xfrm>
            <a:off x="2648320" y="1350820"/>
            <a:ext cx="2595418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Albumy</a:t>
            </a:r>
            <a:r>
              <a:rPr lang="zh-CN" altLang="en-US" dirty="0"/>
              <a:t>学习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5EF212-2510-C1B9-586F-4F9C0123FAFC}"/>
              </a:ext>
            </a:extLst>
          </p:cNvPr>
          <p:cNvSpPr/>
          <p:nvPr/>
        </p:nvSpPr>
        <p:spPr>
          <a:xfrm>
            <a:off x="61497" y="865909"/>
            <a:ext cx="2595418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logistic</a:t>
            </a:r>
            <a:r>
              <a:rPr lang="zh-CN" altLang="en-US" dirty="0"/>
              <a:t>学习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6F97FE-9B17-D85B-B52F-6695946F4637}"/>
              </a:ext>
            </a:extLst>
          </p:cNvPr>
          <p:cNvSpPr/>
          <p:nvPr/>
        </p:nvSpPr>
        <p:spPr>
          <a:xfrm>
            <a:off x="2683469" y="2460087"/>
            <a:ext cx="2595418" cy="4572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真题网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B884C4-D641-67BA-FB5A-858ADC53DB39}"/>
              </a:ext>
            </a:extLst>
          </p:cNvPr>
          <p:cNvSpPr/>
          <p:nvPr/>
        </p:nvSpPr>
        <p:spPr>
          <a:xfrm>
            <a:off x="23397" y="5362309"/>
            <a:ext cx="2595418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整理自己的资料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C31BB5-A267-60BE-35FE-D8C62F48A9E9}"/>
              </a:ext>
            </a:extLst>
          </p:cNvPr>
          <p:cNvSpPr/>
          <p:nvPr/>
        </p:nvSpPr>
        <p:spPr>
          <a:xfrm>
            <a:off x="23397" y="5971910"/>
            <a:ext cx="2595418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我妈癌症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77D7F4-E8A8-F049-5A35-EB9ECB8CE7EE}"/>
              </a:ext>
            </a:extLst>
          </p:cNvPr>
          <p:cNvSpPr/>
          <p:nvPr/>
        </p:nvSpPr>
        <p:spPr>
          <a:xfrm>
            <a:off x="2656915" y="5971909"/>
            <a:ext cx="2595418" cy="5818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癌症工具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562AC5-E6D7-3BC3-35F1-72523D3C157D}"/>
              </a:ext>
            </a:extLst>
          </p:cNvPr>
          <p:cNvSpPr/>
          <p:nvPr/>
        </p:nvSpPr>
        <p:spPr>
          <a:xfrm>
            <a:off x="10763636" y="1941371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社会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4D752EE-0BFE-8776-B94A-971FC00CF349}"/>
              </a:ext>
            </a:extLst>
          </p:cNvPr>
          <p:cNvGrpSpPr/>
          <p:nvPr/>
        </p:nvGrpSpPr>
        <p:grpSpPr>
          <a:xfrm>
            <a:off x="55724" y="4316688"/>
            <a:ext cx="2595418" cy="581891"/>
            <a:chOff x="349637" y="3075717"/>
            <a:chExt cx="2595418" cy="581891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0B090A7-3852-B966-2C5B-5203F92DFBAB}"/>
                </a:ext>
              </a:extLst>
            </p:cNvPr>
            <p:cNvSpPr/>
            <p:nvPr/>
          </p:nvSpPr>
          <p:spPr>
            <a:xfrm>
              <a:off x="349637" y="3075717"/>
              <a:ext cx="2595418" cy="581891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dirty="0"/>
                <a:t>LSAT</a:t>
              </a:r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10EA06D-FA6F-92A3-084C-7E88043E67AE}"/>
                </a:ext>
              </a:extLst>
            </p:cNvPr>
            <p:cNvSpPr/>
            <p:nvPr/>
          </p:nvSpPr>
          <p:spPr>
            <a:xfrm>
              <a:off x="1615019" y="3075717"/>
              <a:ext cx="1330036" cy="5818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dirty="0"/>
                <a:t>学习</a:t>
              </a:r>
            </a:p>
          </p:txBody>
        </p:sp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5C52D2CE-7BB1-8B27-4806-9DFF82A739CD}"/>
              </a:ext>
            </a:extLst>
          </p:cNvPr>
          <p:cNvSpPr/>
          <p:nvPr/>
        </p:nvSpPr>
        <p:spPr>
          <a:xfrm>
            <a:off x="10751125" y="3181612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训练营教练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4DC6A0-DAA8-586A-4FC1-143B2FFBF01E}"/>
              </a:ext>
            </a:extLst>
          </p:cNvPr>
          <p:cNvSpPr/>
          <p:nvPr/>
        </p:nvSpPr>
        <p:spPr>
          <a:xfrm>
            <a:off x="10763635" y="4379032"/>
            <a:ext cx="1440873" cy="45720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训练营教练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26E71D94-54E0-FBB2-D834-4E112E661946}"/>
                  </a:ext>
                </a:extLst>
              </p14:cNvPr>
              <p14:cNvContentPartPr/>
              <p14:nvPr/>
            </p14:nvContentPartPr>
            <p14:xfrm>
              <a:off x="-469406" y="4081474"/>
              <a:ext cx="3292920" cy="91692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2DD5A818-35C3-59DE-17B0-D34BCB88F6E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78046" y="4072474"/>
                <a:ext cx="3310560" cy="9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663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99827-0DE7-1390-D88F-A45A7BA9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主线梳理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94E6C5-F6E0-3BCB-A13B-83EF18531EB2}"/>
              </a:ext>
            </a:extLst>
          </p:cNvPr>
          <p:cNvSpPr/>
          <p:nvPr/>
        </p:nvSpPr>
        <p:spPr>
          <a:xfrm>
            <a:off x="8909626" y="2870663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应用开发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185F5F-4E03-E2EF-CB2B-48447D69FB6E}"/>
              </a:ext>
            </a:extLst>
          </p:cNvPr>
          <p:cNvSpPr/>
          <p:nvPr/>
        </p:nvSpPr>
        <p:spPr>
          <a:xfrm>
            <a:off x="9747825" y="442849"/>
            <a:ext cx="2444175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多国护照生活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C1B9AE-E54E-2FB4-483E-B2235078506A}"/>
              </a:ext>
            </a:extLst>
          </p:cNvPr>
          <p:cNvSpPr/>
          <p:nvPr/>
        </p:nvSpPr>
        <p:spPr>
          <a:xfrm>
            <a:off x="8909626" y="5312663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量化交易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BC4F36-F413-3A3C-FF2F-9BE404174D01}"/>
              </a:ext>
            </a:extLst>
          </p:cNvPr>
          <p:cNvSpPr/>
          <p:nvPr/>
        </p:nvSpPr>
        <p:spPr>
          <a:xfrm>
            <a:off x="8909626" y="3631521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标化训练营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E4EAD1-5E41-673C-8BC9-0DFB04BD7155}"/>
              </a:ext>
            </a:extLst>
          </p:cNvPr>
          <p:cNvSpPr/>
          <p:nvPr/>
        </p:nvSpPr>
        <p:spPr>
          <a:xfrm>
            <a:off x="9747825" y="-8320"/>
            <a:ext cx="2444174" cy="4572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homebar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53F82D-98CC-FFC9-3E57-C1EBD408BA1B}"/>
              </a:ext>
            </a:extLst>
          </p:cNvPr>
          <p:cNvSpPr/>
          <p:nvPr/>
        </p:nvSpPr>
        <p:spPr>
          <a:xfrm>
            <a:off x="8909626" y="1435246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SEO Owner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A9B797-15D6-C547-6C23-0A5072F4807C}"/>
              </a:ext>
            </a:extLst>
          </p:cNvPr>
          <p:cNvSpPr/>
          <p:nvPr/>
        </p:nvSpPr>
        <p:spPr>
          <a:xfrm>
            <a:off x="838200" y="1562790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SEO</a:t>
            </a:r>
            <a:r>
              <a:rPr lang="zh-CN" altLang="en-US" dirty="0"/>
              <a:t>网（灰产）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B4248C0-478E-321F-AA9C-48C43AA04584}"/>
              </a:ext>
            </a:extLst>
          </p:cNvPr>
          <p:cNvSpPr/>
          <p:nvPr/>
        </p:nvSpPr>
        <p:spPr>
          <a:xfrm>
            <a:off x="3651826" y="3060102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内容网（色情）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0AEB78-60F8-B29F-B400-D7AFF159A2D8}"/>
              </a:ext>
            </a:extLst>
          </p:cNvPr>
          <p:cNvSpPr/>
          <p:nvPr/>
        </p:nvSpPr>
        <p:spPr>
          <a:xfrm>
            <a:off x="838200" y="2404229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互动网（政论）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26ACB1-8FC9-C40A-2912-4E76327E30C0}"/>
              </a:ext>
            </a:extLst>
          </p:cNvPr>
          <p:cNvSpPr/>
          <p:nvPr/>
        </p:nvSpPr>
        <p:spPr>
          <a:xfrm>
            <a:off x="3651826" y="3658156"/>
            <a:ext cx="2444174" cy="603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工具网（癌症、教育、教练）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D19797-1098-53B5-D697-261D1B61A3DB}"/>
              </a:ext>
            </a:extLst>
          </p:cNvPr>
          <p:cNvSpPr txBox="1"/>
          <p:nvPr/>
        </p:nvSpPr>
        <p:spPr>
          <a:xfrm>
            <a:off x="3512457" y="19632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207991-D86D-2FC4-0A5E-BAA12ECAEC0B}"/>
              </a:ext>
            </a:extLst>
          </p:cNvPr>
          <p:cNvSpPr/>
          <p:nvPr/>
        </p:nvSpPr>
        <p:spPr>
          <a:xfrm>
            <a:off x="838200" y="4578209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自媒体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67769C-8B0E-69A0-5F8A-892D5EF5826D}"/>
              </a:ext>
            </a:extLst>
          </p:cNvPr>
          <p:cNvSpPr/>
          <p:nvPr/>
        </p:nvSpPr>
        <p:spPr>
          <a:xfrm>
            <a:off x="3651826" y="5343919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036E8D2-3602-0101-4D32-E159BD9C92D7}"/>
              </a:ext>
            </a:extLst>
          </p:cNvPr>
          <p:cNvSpPr/>
          <p:nvPr/>
        </p:nvSpPr>
        <p:spPr>
          <a:xfrm>
            <a:off x="8909626" y="4490914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人工智能医疗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9B688B-F535-628E-C60E-BB57636C9712}"/>
              </a:ext>
            </a:extLst>
          </p:cNvPr>
          <p:cNvSpPr/>
          <p:nvPr/>
        </p:nvSpPr>
        <p:spPr>
          <a:xfrm>
            <a:off x="7032171" y="3292529"/>
            <a:ext cx="1692729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4A5A6-7B01-D282-B532-4BB950B368E9}"/>
              </a:ext>
            </a:extLst>
          </p:cNvPr>
          <p:cNvSpPr/>
          <p:nvPr/>
        </p:nvSpPr>
        <p:spPr>
          <a:xfrm>
            <a:off x="7032171" y="3959721"/>
            <a:ext cx="1692729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Remote</a:t>
            </a:r>
            <a:r>
              <a:rPr lang="zh-CN" altLang="en-US" dirty="0"/>
              <a:t>工作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83688C-38D1-6E90-1A6E-AED343F2931C}"/>
              </a:ext>
            </a:extLst>
          </p:cNvPr>
          <p:cNvSpPr/>
          <p:nvPr/>
        </p:nvSpPr>
        <p:spPr>
          <a:xfrm>
            <a:off x="7032171" y="4598256"/>
            <a:ext cx="1692728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自己开自媒体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091A0E-9190-2C78-B41D-59C41414D3CE}"/>
              </a:ext>
            </a:extLst>
          </p:cNvPr>
          <p:cNvSpPr txBox="1"/>
          <p:nvPr/>
        </p:nvSpPr>
        <p:spPr>
          <a:xfrm>
            <a:off x="5992529" y="31040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B47B39-8916-7930-D09A-569A79C3F1AB}"/>
              </a:ext>
            </a:extLst>
          </p:cNvPr>
          <p:cNvSpPr txBox="1"/>
          <p:nvPr/>
        </p:nvSpPr>
        <p:spPr>
          <a:xfrm>
            <a:off x="5992528" y="55621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收入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086411CF-45E2-A07C-EE34-E7FB66279762}"/>
                  </a:ext>
                </a:extLst>
              </p14:cNvPr>
              <p14:cNvContentPartPr/>
              <p14:nvPr/>
            </p14:nvContentPartPr>
            <p14:xfrm>
              <a:off x="3395914" y="1850194"/>
              <a:ext cx="680400" cy="105624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086411CF-45E2-A07C-EE34-E7FB662797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7274" y="1841554"/>
                <a:ext cx="698040" cy="10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组合 29">
            <a:extLst>
              <a:ext uri="{FF2B5EF4-FFF2-40B4-BE49-F238E27FC236}">
                <a16:creationId xmlns:a16="http://schemas.microsoft.com/office/drawing/2014/main" id="{42642E5B-797D-ECB8-AB64-942181DD0607}"/>
              </a:ext>
            </a:extLst>
          </p:cNvPr>
          <p:cNvGrpSpPr/>
          <p:nvPr/>
        </p:nvGrpSpPr>
        <p:grpSpPr>
          <a:xfrm>
            <a:off x="214234" y="811234"/>
            <a:ext cx="3402720" cy="3022200"/>
            <a:chOff x="214234" y="811234"/>
            <a:chExt cx="3402720" cy="30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1C934F5F-1381-6EF2-4997-069BCF7C86FE}"/>
                    </a:ext>
                  </a:extLst>
                </p14:cNvPr>
                <p14:cNvContentPartPr/>
                <p14:nvPr/>
              </p14:nvContentPartPr>
              <p14:xfrm>
                <a:off x="1991914" y="2122714"/>
                <a:ext cx="4680" cy="22320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1C934F5F-1381-6EF2-4997-069BCF7C86F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82914" y="2113714"/>
                  <a:ext cx="223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66369CDF-781D-0682-5884-F1FC283F13B8}"/>
                    </a:ext>
                  </a:extLst>
                </p14:cNvPr>
                <p14:cNvContentPartPr/>
                <p14:nvPr/>
              </p14:nvContentPartPr>
              <p14:xfrm>
                <a:off x="1926394" y="1956754"/>
                <a:ext cx="398880" cy="4017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66369CDF-781D-0682-5884-F1FC283F13B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7754" y="1947754"/>
                  <a:ext cx="4165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56FD13D-F8EA-AE4C-2899-A4371A6133BA}"/>
                    </a:ext>
                  </a:extLst>
                </p14:cNvPr>
                <p14:cNvContentPartPr/>
                <p14:nvPr/>
              </p14:nvContentPartPr>
              <p14:xfrm>
                <a:off x="1828474" y="2187874"/>
                <a:ext cx="60120" cy="972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56FD13D-F8EA-AE4C-2899-A4371A6133B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19834" y="2179234"/>
                  <a:ext cx="77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BFB1C31C-4159-3E10-932F-6329E21471B8}"/>
                    </a:ext>
                  </a:extLst>
                </p14:cNvPr>
                <p14:cNvContentPartPr/>
                <p14:nvPr/>
              </p14:nvContentPartPr>
              <p14:xfrm>
                <a:off x="214234" y="811234"/>
                <a:ext cx="3259440" cy="251820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BFB1C31C-4159-3E10-932F-6329E21471B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5234" y="802594"/>
                  <a:ext cx="3277080" cy="25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CE8D7BCC-91BC-1BA2-8CB1-70E21C915AD5}"/>
                    </a:ext>
                  </a:extLst>
                </p14:cNvPr>
                <p14:cNvContentPartPr/>
                <p14:nvPr/>
              </p14:nvContentPartPr>
              <p14:xfrm>
                <a:off x="2503474" y="3178234"/>
                <a:ext cx="1113480" cy="65520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CE8D7BCC-91BC-1BA2-8CB1-70E21C915AD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94834" y="3169594"/>
                  <a:ext cx="1131120" cy="672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F5F1BBCD-EC9C-5C7D-706B-EE641D9AAE81}"/>
              </a:ext>
            </a:extLst>
          </p:cNvPr>
          <p:cNvSpPr/>
          <p:nvPr/>
        </p:nvSpPr>
        <p:spPr>
          <a:xfrm>
            <a:off x="7032171" y="5236791"/>
            <a:ext cx="1692728" cy="4572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homebar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B6B0F9E-8C88-7AFD-1315-A669F3FCA43D}"/>
              </a:ext>
            </a:extLst>
          </p:cNvPr>
          <p:cNvGrpSpPr/>
          <p:nvPr/>
        </p:nvGrpSpPr>
        <p:grpSpPr>
          <a:xfrm>
            <a:off x="6183011" y="3454137"/>
            <a:ext cx="826920" cy="752400"/>
            <a:chOff x="6183011" y="3454137"/>
            <a:chExt cx="82692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79D0E5BF-8E93-D86E-2A41-187F69F7B21C}"/>
                    </a:ext>
                  </a:extLst>
                </p14:cNvPr>
                <p14:cNvContentPartPr/>
                <p14:nvPr/>
              </p14:nvContentPartPr>
              <p14:xfrm>
                <a:off x="6241331" y="3454137"/>
                <a:ext cx="768600" cy="66960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79D0E5BF-8E93-D86E-2A41-187F69F7B21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32331" y="3445137"/>
                  <a:ext cx="786240" cy="68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9FA63539-D3D4-A278-4E70-05479D79BDCC}"/>
                    </a:ext>
                  </a:extLst>
                </p14:cNvPr>
                <p14:cNvContentPartPr/>
                <p14:nvPr/>
              </p14:nvContentPartPr>
              <p14:xfrm>
                <a:off x="6183011" y="4005657"/>
                <a:ext cx="584280" cy="14040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9FA63539-D3D4-A278-4E70-05479D79BDC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74371" y="3996657"/>
                  <a:ext cx="601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1CA54BC9-695B-08DD-5306-D369281EDD85}"/>
                    </a:ext>
                  </a:extLst>
                </p14:cNvPr>
                <p14:cNvContentPartPr/>
                <p14:nvPr/>
              </p14:nvContentPartPr>
              <p14:xfrm>
                <a:off x="6751091" y="3947337"/>
                <a:ext cx="203400" cy="2592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1CA54BC9-695B-08DD-5306-D369281EDD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42451" y="3938697"/>
                  <a:ext cx="22104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8EB9174-E133-152F-A0DF-524CFC105B60}"/>
              </a:ext>
            </a:extLst>
          </p:cNvPr>
          <p:cNvGrpSpPr/>
          <p:nvPr/>
        </p:nvGrpSpPr>
        <p:grpSpPr>
          <a:xfrm>
            <a:off x="7648931" y="2902617"/>
            <a:ext cx="469080" cy="409680"/>
            <a:chOff x="7648931" y="2902617"/>
            <a:chExt cx="469080" cy="40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83C6AFB2-48AD-3C1D-4075-813A1E013EAB}"/>
                    </a:ext>
                  </a:extLst>
                </p14:cNvPr>
                <p14:cNvContentPartPr/>
                <p14:nvPr/>
              </p14:nvContentPartPr>
              <p14:xfrm>
                <a:off x="7648931" y="2902617"/>
                <a:ext cx="382680" cy="38772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83C6AFB2-48AD-3C1D-4075-813A1E013EA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639931" y="2893617"/>
                  <a:ext cx="4003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CE3212F-0D0E-351F-03BD-AF0473022645}"/>
                    </a:ext>
                  </a:extLst>
                </p14:cNvPr>
                <p14:cNvContentPartPr/>
                <p14:nvPr/>
              </p14:nvContentPartPr>
              <p14:xfrm>
                <a:off x="7765571" y="3037617"/>
                <a:ext cx="290160" cy="12240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CE3212F-0D0E-351F-03BD-AF04730226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756571" y="3028617"/>
                  <a:ext cx="307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0C9DC3E6-127A-A575-4305-A72CA275F6B2}"/>
                    </a:ext>
                  </a:extLst>
                </p14:cNvPr>
                <p14:cNvContentPartPr/>
                <p14:nvPr/>
              </p14:nvContentPartPr>
              <p14:xfrm>
                <a:off x="7648931" y="3018897"/>
                <a:ext cx="360" cy="36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0C9DC3E6-127A-A575-4305-A72CA275F6B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39931" y="300989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F2AA1EE8-6CFD-155B-6E30-CBCF01DCFAF2}"/>
                    </a:ext>
                  </a:extLst>
                </p14:cNvPr>
                <p14:cNvContentPartPr/>
                <p14:nvPr/>
              </p14:nvContentPartPr>
              <p14:xfrm>
                <a:off x="7794371" y="3236697"/>
                <a:ext cx="75960" cy="7560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F2AA1EE8-6CFD-155B-6E30-CBCF01DCFAF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85371" y="3227697"/>
                  <a:ext cx="93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82C3B718-1674-8217-2201-9A33737E8C30}"/>
                    </a:ext>
                  </a:extLst>
                </p14:cNvPr>
                <p14:cNvContentPartPr/>
                <p14:nvPr/>
              </p14:nvContentPartPr>
              <p14:xfrm>
                <a:off x="8098571" y="3149217"/>
                <a:ext cx="19440" cy="2088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82C3B718-1674-8217-2201-9A33737E8C3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089931" y="3140577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0" name="墨迹 39">
                <a:extLst>
                  <a:ext uri="{FF2B5EF4-FFF2-40B4-BE49-F238E27FC236}">
                    <a16:creationId xmlns:a16="http://schemas.microsoft.com/office/drawing/2014/main" id="{4B65851A-2A19-4441-2B57-6ACC28C0687D}"/>
                  </a:ext>
                </a:extLst>
              </p14:cNvPr>
              <p14:cNvContentPartPr/>
              <p14:nvPr/>
            </p14:nvContentPartPr>
            <p14:xfrm>
              <a:off x="7880771" y="2771937"/>
              <a:ext cx="360" cy="360"/>
            </p14:xfrm>
          </p:contentPart>
        </mc:Choice>
        <mc:Fallback xmlns="">
          <p:pic>
            <p:nvPicPr>
              <p:cNvPr id="40" name="墨迹 39">
                <a:extLst>
                  <a:ext uri="{FF2B5EF4-FFF2-40B4-BE49-F238E27FC236}">
                    <a16:creationId xmlns:a16="http://schemas.microsoft.com/office/drawing/2014/main" id="{4B65851A-2A19-4441-2B57-6ACC28C0687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72131" y="2762937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矩形 41">
            <a:extLst>
              <a:ext uri="{FF2B5EF4-FFF2-40B4-BE49-F238E27FC236}">
                <a16:creationId xmlns:a16="http://schemas.microsoft.com/office/drawing/2014/main" id="{91984D00-33CB-0D2A-68F4-899B4C967C5D}"/>
              </a:ext>
            </a:extLst>
          </p:cNvPr>
          <p:cNvSpPr/>
          <p:nvPr/>
        </p:nvSpPr>
        <p:spPr>
          <a:xfrm>
            <a:off x="838199" y="186150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近期考试（不多接）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F0F64D-BB09-13FE-EE55-8B63457D0217}"/>
              </a:ext>
            </a:extLst>
          </p:cNvPr>
          <p:cNvSpPr/>
          <p:nvPr/>
        </p:nvSpPr>
        <p:spPr>
          <a:xfrm>
            <a:off x="3967198" y="2517471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内容</a:t>
            </a:r>
            <a:r>
              <a:rPr lang="zh-CN" altLang="en-US"/>
              <a:t>网（死亡）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5816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4B7F9FC-D8E9-70F1-BC4E-A5F5EDE9375D}"/>
              </a:ext>
            </a:extLst>
          </p:cNvPr>
          <p:cNvSpPr/>
          <p:nvPr/>
        </p:nvSpPr>
        <p:spPr>
          <a:xfrm>
            <a:off x="315686" y="365362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SEO</a:t>
            </a:r>
            <a:r>
              <a:rPr lang="zh-CN" altLang="en-US" dirty="0"/>
              <a:t>网（灰产）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6C19CC-56B7-9B6A-5808-C4E35D56C8A1}"/>
              </a:ext>
            </a:extLst>
          </p:cNvPr>
          <p:cNvSpPr/>
          <p:nvPr/>
        </p:nvSpPr>
        <p:spPr>
          <a:xfrm>
            <a:off x="1447800" y="1693419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杂项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4F5B0C-ED2C-DD37-C1E4-4E48E83A5370}"/>
              </a:ext>
            </a:extLst>
          </p:cNvPr>
          <p:cNvSpPr/>
          <p:nvPr/>
        </p:nvSpPr>
        <p:spPr>
          <a:xfrm>
            <a:off x="1447799" y="3935876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4895DD-95B0-BA6F-E416-B891024239F2}"/>
              </a:ext>
            </a:extLst>
          </p:cNvPr>
          <p:cNvSpPr/>
          <p:nvPr/>
        </p:nvSpPr>
        <p:spPr>
          <a:xfrm>
            <a:off x="3418113" y="3935876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Scrum</a:t>
            </a:r>
            <a:r>
              <a:rPr lang="zh-CN" altLang="en-US" dirty="0"/>
              <a:t>看板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51A539-D8BE-BCF4-508B-9C0BD2D3D73B}"/>
              </a:ext>
            </a:extLst>
          </p:cNvPr>
          <p:cNvSpPr/>
          <p:nvPr/>
        </p:nvSpPr>
        <p:spPr>
          <a:xfrm>
            <a:off x="3058885" y="4872047"/>
            <a:ext cx="2754087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Mindmap+MVP</a:t>
            </a:r>
            <a:r>
              <a:rPr lang="zh-CN" altLang="en-US" dirty="0"/>
              <a:t>代码片段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65606C-7D1A-7416-A6F5-02267FD9E20F}"/>
              </a:ext>
            </a:extLst>
          </p:cNvPr>
          <p:cNvSpPr/>
          <p:nvPr/>
        </p:nvSpPr>
        <p:spPr>
          <a:xfrm>
            <a:off x="3418113" y="1010990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财务计算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E09DBDA-85E0-BFCB-E593-DEF9C08AA216}"/>
              </a:ext>
            </a:extLst>
          </p:cNvPr>
          <p:cNvSpPr/>
          <p:nvPr/>
        </p:nvSpPr>
        <p:spPr>
          <a:xfrm>
            <a:off x="3418109" y="1861147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小红书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8F80CD-E7A3-1D53-AFBD-E3797BE8D319}"/>
              </a:ext>
            </a:extLst>
          </p:cNvPr>
          <p:cNvSpPr/>
          <p:nvPr/>
        </p:nvSpPr>
        <p:spPr>
          <a:xfrm>
            <a:off x="3418111" y="2400988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LSAT</a:t>
            </a:r>
            <a:r>
              <a:rPr lang="zh-CN" altLang="en-US" dirty="0"/>
              <a:t>真题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B64B4D-0A2D-E3F9-4B10-7CB5C9216863}"/>
              </a:ext>
            </a:extLst>
          </p:cNvPr>
          <p:cNvSpPr/>
          <p:nvPr/>
        </p:nvSpPr>
        <p:spPr>
          <a:xfrm>
            <a:off x="3418110" y="470460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安全问题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02B091-9D45-699C-901A-807CC2D1B69E}"/>
              </a:ext>
            </a:extLst>
          </p:cNvPr>
          <p:cNvSpPr/>
          <p:nvPr/>
        </p:nvSpPr>
        <p:spPr>
          <a:xfrm>
            <a:off x="5225141" y="1839686"/>
            <a:ext cx="1175662" cy="2925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真人出镜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EF0BF0D-05DA-72D0-8B05-0A039356A3CF}"/>
              </a:ext>
            </a:extLst>
          </p:cNvPr>
          <p:cNvSpPr/>
          <p:nvPr/>
        </p:nvSpPr>
        <p:spPr>
          <a:xfrm>
            <a:off x="5225141" y="2172390"/>
            <a:ext cx="1175662" cy="2925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真人出镜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2129F7-0BB5-472B-A478-82825C9E5110}"/>
              </a:ext>
            </a:extLst>
          </p:cNvPr>
          <p:cNvSpPr/>
          <p:nvPr/>
        </p:nvSpPr>
        <p:spPr>
          <a:xfrm>
            <a:off x="3418109" y="2938145"/>
            <a:ext cx="1469571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境外网站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E056B6-B6F9-35EC-7576-24CEE0F9B5FC}"/>
              </a:ext>
            </a:extLst>
          </p:cNvPr>
          <p:cNvSpPr/>
          <p:nvPr/>
        </p:nvSpPr>
        <p:spPr>
          <a:xfrm>
            <a:off x="3418109" y="-28216"/>
            <a:ext cx="2231578" cy="45720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工作流程（如加了小红书）</a:t>
            </a:r>
          </a:p>
        </p:txBody>
      </p:sp>
    </p:spTree>
    <p:extLst>
      <p:ext uri="{BB962C8B-B14F-4D97-AF65-F5344CB8AC3E}">
        <p14:creationId xmlns:p14="http://schemas.microsoft.com/office/powerpoint/2010/main" val="107669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23D61F5-5B1A-6806-2F0E-7B948B608427}"/>
              </a:ext>
            </a:extLst>
          </p:cNvPr>
          <p:cNvSpPr/>
          <p:nvPr/>
        </p:nvSpPr>
        <p:spPr>
          <a:xfrm>
            <a:off x="10751126" y="13854"/>
            <a:ext cx="1440873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工作选项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002BEB-779F-411A-A972-0BF83DAF958E}"/>
              </a:ext>
            </a:extLst>
          </p:cNvPr>
          <p:cNvSpPr/>
          <p:nvPr/>
        </p:nvSpPr>
        <p:spPr>
          <a:xfrm>
            <a:off x="10751127" y="637309"/>
            <a:ext cx="1440873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长期规划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03E3D3-AB1F-41B0-1C98-0B9F44DC7D57}"/>
              </a:ext>
            </a:extLst>
          </p:cNvPr>
          <p:cNvSpPr/>
          <p:nvPr/>
        </p:nvSpPr>
        <p:spPr>
          <a:xfrm>
            <a:off x="897740" y="1627909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应用开发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855263-0B2D-5D9B-1C23-39B0F4A63D77}"/>
              </a:ext>
            </a:extLst>
          </p:cNvPr>
          <p:cNvSpPr/>
          <p:nvPr/>
        </p:nvSpPr>
        <p:spPr>
          <a:xfrm>
            <a:off x="897739" y="4904509"/>
            <a:ext cx="2444175" cy="4572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多国护照生活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D27786-6F20-D6B8-B0F3-FE60F3CBC738}"/>
              </a:ext>
            </a:extLst>
          </p:cNvPr>
          <p:cNvSpPr/>
          <p:nvPr/>
        </p:nvSpPr>
        <p:spPr>
          <a:xfrm>
            <a:off x="897740" y="942108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量化交易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0E9B95-61CB-BD63-AFC8-F6C35C782115}"/>
              </a:ext>
            </a:extLst>
          </p:cNvPr>
          <p:cNvSpPr/>
          <p:nvPr/>
        </p:nvSpPr>
        <p:spPr>
          <a:xfrm>
            <a:off x="897739" y="2351807"/>
            <a:ext cx="2444174" cy="4572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标化训练营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0B944A-AC5A-3B5E-8F09-15AE668AFEB6}"/>
              </a:ext>
            </a:extLst>
          </p:cNvPr>
          <p:cNvSpPr/>
          <p:nvPr/>
        </p:nvSpPr>
        <p:spPr>
          <a:xfrm>
            <a:off x="10751127" y="1260764"/>
            <a:ext cx="1440873" cy="4572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生活计划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EA4DB4D-411F-1CEC-BB17-BC9C2C49A904}"/>
              </a:ext>
            </a:extLst>
          </p:cNvPr>
          <p:cNvSpPr/>
          <p:nvPr/>
        </p:nvSpPr>
        <p:spPr>
          <a:xfrm>
            <a:off x="897739" y="3477491"/>
            <a:ext cx="2444174" cy="4572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homebar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30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3D70871-8284-1F9B-3BC0-5790AED5FE28}"/>
              </a:ext>
            </a:extLst>
          </p:cNvPr>
          <p:cNvSpPr/>
          <p:nvPr/>
        </p:nvSpPr>
        <p:spPr>
          <a:xfrm>
            <a:off x="503381" y="862287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新网站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75787A-033B-B336-3B78-0A4D23C6CC57}"/>
              </a:ext>
            </a:extLst>
          </p:cNvPr>
          <p:cNvSpPr/>
          <p:nvPr/>
        </p:nvSpPr>
        <p:spPr>
          <a:xfrm>
            <a:off x="6664696" y="71920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隐藏域名与服务器</a:t>
            </a:r>
            <a:endParaRPr lang="en-US" altLang="zh-CN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971F8D-782B-D399-BE3C-0AFE630958F7}"/>
              </a:ext>
            </a:extLst>
          </p:cNvPr>
          <p:cNvSpPr/>
          <p:nvPr/>
        </p:nvSpPr>
        <p:spPr>
          <a:xfrm>
            <a:off x="3584038" y="265221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隐私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C0586A-2922-4917-FA6A-4F0DDB99FF6D}"/>
              </a:ext>
            </a:extLst>
          </p:cNvPr>
          <p:cNvSpPr/>
          <p:nvPr/>
        </p:nvSpPr>
        <p:spPr>
          <a:xfrm>
            <a:off x="6664696" y="884712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新文章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75B279-72B3-9661-A89B-825575EF02D6}"/>
              </a:ext>
            </a:extLst>
          </p:cNvPr>
          <p:cNvSpPr/>
          <p:nvPr/>
        </p:nvSpPr>
        <p:spPr>
          <a:xfrm>
            <a:off x="503381" y="5100452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SEO</a:t>
            </a:r>
            <a:r>
              <a:rPr lang="zh-CN" altLang="en-US" dirty="0"/>
              <a:t>渠道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B1C50D-97CC-22AF-8928-A7716C5CC38B}"/>
              </a:ext>
            </a:extLst>
          </p:cNvPr>
          <p:cNvSpPr/>
          <p:nvPr/>
        </p:nvSpPr>
        <p:spPr>
          <a:xfrm>
            <a:off x="503381" y="3138054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现有首页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A7D1A7-6270-620B-0121-80BF7D9FA0CA}"/>
              </a:ext>
            </a:extLst>
          </p:cNvPr>
          <p:cNvSpPr/>
          <p:nvPr/>
        </p:nvSpPr>
        <p:spPr>
          <a:xfrm>
            <a:off x="3522406" y="5100452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英文网站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2B2D40-77BD-31EC-EBCE-8CEB8EBB65F3}"/>
              </a:ext>
            </a:extLst>
          </p:cNvPr>
          <p:cNvSpPr/>
          <p:nvPr/>
        </p:nvSpPr>
        <p:spPr>
          <a:xfrm>
            <a:off x="3522406" y="5973289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D2BC63-584D-CFDB-01E8-7CC812FC71F8}"/>
              </a:ext>
            </a:extLst>
          </p:cNvPr>
          <p:cNvSpPr/>
          <p:nvPr/>
        </p:nvSpPr>
        <p:spPr>
          <a:xfrm>
            <a:off x="6664696" y="2556163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首页内容设计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2D38DA-E9F3-ECAF-D373-5B52CC1A4D14}"/>
              </a:ext>
            </a:extLst>
          </p:cNvPr>
          <p:cNvSpPr/>
          <p:nvPr/>
        </p:nvSpPr>
        <p:spPr>
          <a:xfrm>
            <a:off x="3522406" y="4227615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真题网站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158493F-1ECE-AB8D-A03A-F152B6A567F2}"/>
              </a:ext>
            </a:extLst>
          </p:cNvPr>
          <p:cNvSpPr/>
          <p:nvPr/>
        </p:nvSpPr>
        <p:spPr>
          <a:xfrm>
            <a:off x="6664696" y="4190555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本地真题网站</a:t>
            </a:r>
            <a:r>
              <a:rPr lang="en-US" altLang="zh-CN" dirty="0"/>
              <a:t>/GRELSAT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329CCB-5676-46D5-02C2-B21B1D42C3D5}"/>
              </a:ext>
            </a:extLst>
          </p:cNvPr>
          <p:cNvSpPr/>
          <p:nvPr/>
        </p:nvSpPr>
        <p:spPr>
          <a:xfrm>
            <a:off x="6664696" y="3289476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修复文章图片，</a:t>
            </a:r>
            <a:r>
              <a:rPr lang="en-US" altLang="zh-CN" b="1" dirty="0"/>
              <a:t>tag</a:t>
            </a:r>
            <a:endParaRPr lang="zh-CN" altLang="en-US" b="1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1045E0-E3F3-7F82-9094-107151961A89}"/>
              </a:ext>
            </a:extLst>
          </p:cNvPr>
          <p:cNvSpPr/>
          <p:nvPr/>
        </p:nvSpPr>
        <p:spPr>
          <a:xfrm>
            <a:off x="6664696" y="1828168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考试页内容设计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6D5F79-7E72-3001-8DFC-EC4C9F516461}"/>
              </a:ext>
            </a:extLst>
          </p:cNvPr>
          <p:cNvSpPr/>
          <p:nvPr/>
        </p:nvSpPr>
        <p:spPr>
          <a:xfrm>
            <a:off x="9477168" y="384706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考试列表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147E5F-58B7-E146-4BFA-199078352D8C}"/>
              </a:ext>
            </a:extLst>
          </p:cNvPr>
          <p:cNvSpPr/>
          <p:nvPr/>
        </p:nvSpPr>
        <p:spPr>
          <a:xfrm>
            <a:off x="9477168" y="1174871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Youtube</a:t>
            </a:r>
            <a:r>
              <a:rPr lang="zh-CN" altLang="en-US" dirty="0"/>
              <a:t>视频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31DE25-D524-29B9-8883-A376CA6A96BD}"/>
              </a:ext>
            </a:extLst>
          </p:cNvPr>
          <p:cNvSpPr/>
          <p:nvPr/>
        </p:nvSpPr>
        <p:spPr>
          <a:xfrm>
            <a:off x="9477168" y="1974272"/>
            <a:ext cx="2595418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微信文章</a:t>
            </a:r>
          </a:p>
        </p:txBody>
      </p:sp>
    </p:spTree>
    <p:extLst>
      <p:ext uri="{BB962C8B-B14F-4D97-AF65-F5344CB8AC3E}">
        <p14:creationId xmlns:p14="http://schemas.microsoft.com/office/powerpoint/2010/main" val="107781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3E84661-5083-1418-A33C-D519F6D54581}"/>
              </a:ext>
            </a:extLst>
          </p:cNvPr>
          <p:cNvSpPr/>
          <p:nvPr/>
        </p:nvSpPr>
        <p:spPr>
          <a:xfrm>
            <a:off x="741523" y="380339"/>
            <a:ext cx="10376420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 GMAT LSAT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38CEB4-75C8-90E1-9A4B-1EFE80BC8B96}"/>
              </a:ext>
            </a:extLst>
          </p:cNvPr>
          <p:cNvSpPr/>
          <p:nvPr/>
        </p:nvSpPr>
        <p:spPr>
          <a:xfrm>
            <a:off x="1066388" y="3429000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68ACC1-3539-FEF5-CCEF-97C1384591EB}"/>
              </a:ext>
            </a:extLst>
          </p:cNvPr>
          <p:cNvSpPr/>
          <p:nvPr/>
        </p:nvSpPr>
        <p:spPr>
          <a:xfrm>
            <a:off x="818962" y="1129553"/>
            <a:ext cx="9400802" cy="14332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留学加速器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全门类多学科，高难度，等等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4882D0-8CEF-E36D-E357-CCCA760CE269}"/>
              </a:ext>
            </a:extLst>
          </p:cNvPr>
          <p:cNvSpPr/>
          <p:nvPr/>
        </p:nvSpPr>
        <p:spPr>
          <a:xfrm>
            <a:off x="2273037" y="3429000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85B9A8-F1BB-3951-3A44-994135054809}"/>
              </a:ext>
            </a:extLst>
          </p:cNvPr>
          <p:cNvSpPr/>
          <p:nvPr/>
        </p:nvSpPr>
        <p:spPr>
          <a:xfrm>
            <a:off x="3479686" y="3429000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312425-F1AF-25D1-61E6-1878C9275462}"/>
              </a:ext>
            </a:extLst>
          </p:cNvPr>
          <p:cNvSpPr/>
          <p:nvPr/>
        </p:nvSpPr>
        <p:spPr>
          <a:xfrm>
            <a:off x="4218378" y="2669449"/>
            <a:ext cx="1386356" cy="58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大类考试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DFF586-9CF3-7FD9-3409-88FC8E76552A}"/>
              </a:ext>
            </a:extLst>
          </p:cNvPr>
          <p:cNvSpPr/>
          <p:nvPr/>
        </p:nvSpPr>
        <p:spPr>
          <a:xfrm>
            <a:off x="4900720" y="3429000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F2D7AA-F3F5-4B51-E70C-B59D27D5F639}"/>
              </a:ext>
            </a:extLst>
          </p:cNvPr>
          <p:cNvSpPr/>
          <p:nvPr/>
        </p:nvSpPr>
        <p:spPr>
          <a:xfrm>
            <a:off x="6107369" y="3429000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67CD4D-9903-F447-52BA-E9D201C39469}"/>
              </a:ext>
            </a:extLst>
          </p:cNvPr>
          <p:cNvSpPr/>
          <p:nvPr/>
        </p:nvSpPr>
        <p:spPr>
          <a:xfrm>
            <a:off x="7314018" y="3429000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EC148D-29B9-8FEC-130C-FB7AC5081B25}"/>
              </a:ext>
            </a:extLst>
          </p:cNvPr>
          <p:cNvSpPr/>
          <p:nvPr/>
        </p:nvSpPr>
        <p:spPr>
          <a:xfrm>
            <a:off x="1066388" y="489260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53B143-EA7B-0963-B68B-EDD83EA94501}"/>
              </a:ext>
            </a:extLst>
          </p:cNvPr>
          <p:cNvSpPr/>
          <p:nvPr/>
        </p:nvSpPr>
        <p:spPr>
          <a:xfrm>
            <a:off x="2273037" y="489260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9985FC-A36B-F47F-2EC6-06E0732FE5E6}"/>
              </a:ext>
            </a:extLst>
          </p:cNvPr>
          <p:cNvSpPr/>
          <p:nvPr/>
        </p:nvSpPr>
        <p:spPr>
          <a:xfrm>
            <a:off x="3479686" y="4892601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FB5878-12CB-BC12-FF59-BD939329506B}"/>
              </a:ext>
            </a:extLst>
          </p:cNvPr>
          <p:cNvSpPr/>
          <p:nvPr/>
        </p:nvSpPr>
        <p:spPr>
          <a:xfrm>
            <a:off x="4218378" y="4133050"/>
            <a:ext cx="1386356" cy="58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小众考试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AF59413-A6F9-A4D0-CBC7-85A12671FE19}"/>
              </a:ext>
            </a:extLst>
          </p:cNvPr>
          <p:cNvSpPr/>
          <p:nvPr/>
        </p:nvSpPr>
        <p:spPr>
          <a:xfrm>
            <a:off x="4900720" y="489260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CC18C1-FEBA-2736-EFE1-F5819C067649}"/>
              </a:ext>
            </a:extLst>
          </p:cNvPr>
          <p:cNvSpPr/>
          <p:nvPr/>
        </p:nvSpPr>
        <p:spPr>
          <a:xfrm>
            <a:off x="6107369" y="489260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3CCFFD-857F-0AAE-BDA3-FDB96E7120ED}"/>
              </a:ext>
            </a:extLst>
          </p:cNvPr>
          <p:cNvSpPr/>
          <p:nvPr/>
        </p:nvSpPr>
        <p:spPr>
          <a:xfrm>
            <a:off x="7314018" y="4892601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E6AA783-D0DF-6775-D6D4-4E6D74A5619E}"/>
              </a:ext>
            </a:extLst>
          </p:cNvPr>
          <p:cNvSpPr/>
          <p:nvPr/>
        </p:nvSpPr>
        <p:spPr>
          <a:xfrm>
            <a:off x="1066388" y="565215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5F03E0-D60C-CE32-E0DD-20480BE2BC05}"/>
              </a:ext>
            </a:extLst>
          </p:cNvPr>
          <p:cNvSpPr/>
          <p:nvPr/>
        </p:nvSpPr>
        <p:spPr>
          <a:xfrm>
            <a:off x="2273037" y="565215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3AD50D-4121-C6CD-A06D-4B3E4FF06923}"/>
              </a:ext>
            </a:extLst>
          </p:cNvPr>
          <p:cNvSpPr/>
          <p:nvPr/>
        </p:nvSpPr>
        <p:spPr>
          <a:xfrm>
            <a:off x="3479686" y="5652151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1FD439A-53F1-9FBB-2FBA-F4A84F638C6F}"/>
              </a:ext>
            </a:extLst>
          </p:cNvPr>
          <p:cNvSpPr/>
          <p:nvPr/>
        </p:nvSpPr>
        <p:spPr>
          <a:xfrm>
            <a:off x="4900720" y="565215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35D1BF-2C31-3125-EA36-A804B52A9D33}"/>
              </a:ext>
            </a:extLst>
          </p:cNvPr>
          <p:cNvSpPr/>
          <p:nvPr/>
        </p:nvSpPr>
        <p:spPr>
          <a:xfrm>
            <a:off x="6107369" y="5652151"/>
            <a:ext cx="695049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F285D9D-8562-E28F-3F36-B0C0958A6613}"/>
              </a:ext>
            </a:extLst>
          </p:cNvPr>
          <p:cNvSpPr/>
          <p:nvPr/>
        </p:nvSpPr>
        <p:spPr>
          <a:xfrm>
            <a:off x="7314018" y="5652151"/>
            <a:ext cx="8771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EA3034-8213-860F-7B30-CDC3AB7CEAEF}"/>
              </a:ext>
            </a:extLst>
          </p:cNvPr>
          <p:cNvSpPr/>
          <p:nvPr/>
        </p:nvSpPr>
        <p:spPr>
          <a:xfrm>
            <a:off x="9731587" y="2766053"/>
            <a:ext cx="1386356" cy="58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成功案例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5D90B57-C3ED-0FA9-0AB0-DB1DFE9DFAA7}"/>
              </a:ext>
            </a:extLst>
          </p:cNvPr>
          <p:cNvSpPr/>
          <p:nvPr/>
        </p:nvSpPr>
        <p:spPr>
          <a:xfrm>
            <a:off x="4005018" y="6356202"/>
            <a:ext cx="1386356" cy="58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FF0000"/>
                </a:solidFill>
              </a:rPr>
              <a:t>Post</a:t>
            </a:r>
            <a:r>
              <a:rPr lang="zh-CN" altLang="en-US" dirty="0">
                <a:solidFill>
                  <a:srgbClr val="FF0000"/>
                </a:solidFill>
              </a:rPr>
              <a:t>经验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F75BF23-7D07-AC52-DDC7-C83421F8AB88}"/>
              </a:ext>
            </a:extLst>
          </p:cNvPr>
          <p:cNvSpPr/>
          <p:nvPr/>
        </p:nvSpPr>
        <p:spPr>
          <a:xfrm>
            <a:off x="4005018" y="7060254"/>
            <a:ext cx="1386356" cy="58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其他服务</a:t>
            </a:r>
          </a:p>
        </p:txBody>
      </p:sp>
    </p:spTree>
    <p:extLst>
      <p:ext uri="{BB962C8B-B14F-4D97-AF65-F5344CB8AC3E}">
        <p14:creationId xmlns:p14="http://schemas.microsoft.com/office/powerpoint/2010/main" val="2660754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D680B33-1672-4DF6-1AA9-24B5A8CC24DE}"/>
              </a:ext>
            </a:extLst>
          </p:cNvPr>
          <p:cNvSpPr/>
          <p:nvPr/>
        </p:nvSpPr>
        <p:spPr>
          <a:xfrm>
            <a:off x="741523" y="380339"/>
            <a:ext cx="10376420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 GMAT LSAT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C594C3-C1A1-38BA-DA7E-5EC333D494AC}"/>
              </a:ext>
            </a:extLst>
          </p:cNvPr>
          <p:cNvSpPr/>
          <p:nvPr/>
        </p:nvSpPr>
        <p:spPr>
          <a:xfrm>
            <a:off x="818962" y="1129553"/>
            <a:ext cx="9400802" cy="13554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FF0000"/>
                </a:solidFill>
              </a:rPr>
              <a:t>GRE</a:t>
            </a:r>
            <a:r>
              <a:rPr lang="zh-CN" altLang="en-US" dirty="0">
                <a:solidFill>
                  <a:srgbClr val="FF0000"/>
                </a:solidFill>
              </a:rPr>
              <a:t>代考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关键：真人非</a:t>
            </a:r>
            <a:r>
              <a:rPr lang="en-US" altLang="zh-CN" dirty="0">
                <a:solidFill>
                  <a:srgbClr val="FF0000"/>
                </a:solidFill>
              </a:rPr>
              <a:t>AI</a:t>
            </a:r>
            <a:r>
              <a:rPr lang="zh-CN" altLang="en-US" dirty="0">
                <a:solidFill>
                  <a:srgbClr val="FF0000"/>
                </a:solidFill>
              </a:rPr>
              <a:t>写作，可保写作高分，可定制分数，</a:t>
            </a:r>
            <a:r>
              <a:rPr lang="en-US" altLang="zh-CN" dirty="0">
                <a:solidFill>
                  <a:srgbClr val="FF0000"/>
                </a:solidFill>
              </a:rPr>
              <a:t>hold</a:t>
            </a:r>
            <a:r>
              <a:rPr lang="zh-CN" altLang="en-US" dirty="0">
                <a:solidFill>
                  <a:srgbClr val="FF0000"/>
                </a:solidFill>
              </a:rPr>
              <a:t>免费重考，详细培训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49AE0-772C-861C-7A0E-004CF7867EE4}"/>
              </a:ext>
            </a:extLst>
          </p:cNvPr>
          <p:cNvSpPr/>
          <p:nvPr/>
        </p:nvSpPr>
        <p:spPr>
          <a:xfrm>
            <a:off x="818962" y="2652339"/>
            <a:ext cx="6474723" cy="371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成功案例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F1BA95-B3BC-8360-C22A-4BD2D1CC6BF9}"/>
              </a:ext>
            </a:extLst>
          </p:cNvPr>
          <p:cNvSpPr/>
          <p:nvPr/>
        </p:nvSpPr>
        <p:spPr>
          <a:xfrm>
            <a:off x="818961" y="3190802"/>
            <a:ext cx="9400802" cy="22621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FF0000"/>
                </a:solidFill>
              </a:rPr>
              <a:t>&lt;                                                                                                                                            &gt; </a:t>
            </a: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69D42-EFF9-DBAF-E0DE-5A31B5848807}"/>
              </a:ext>
            </a:extLst>
          </p:cNvPr>
          <p:cNvSpPr/>
          <p:nvPr/>
        </p:nvSpPr>
        <p:spPr>
          <a:xfrm>
            <a:off x="818962" y="5571829"/>
            <a:ext cx="2021057" cy="371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服务与定价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FCAA36-3B1E-E01E-84ED-906E29E705B6}"/>
              </a:ext>
            </a:extLst>
          </p:cNvPr>
          <p:cNvSpPr/>
          <p:nvPr/>
        </p:nvSpPr>
        <p:spPr>
          <a:xfrm>
            <a:off x="818962" y="5973131"/>
            <a:ext cx="2021057" cy="3711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Post</a:t>
            </a:r>
            <a:r>
              <a:rPr lang="zh-CN" altLang="en-US" dirty="0">
                <a:solidFill>
                  <a:srgbClr val="FF0000"/>
                </a:solidFill>
              </a:rPr>
              <a:t>相关指示</a:t>
            </a:r>
          </a:p>
        </p:txBody>
      </p:sp>
    </p:spTree>
    <p:extLst>
      <p:ext uri="{BB962C8B-B14F-4D97-AF65-F5344CB8AC3E}">
        <p14:creationId xmlns:p14="http://schemas.microsoft.com/office/powerpoint/2010/main" val="963791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98F672-4CC7-B631-B8A3-18151F5D9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0" y="0"/>
            <a:ext cx="11479227" cy="26292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A2C57A5-2128-6B70-E6F5-B299899D9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471" y="3672114"/>
            <a:ext cx="4087283" cy="43484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A751106-2A6A-1A0B-F732-A1A178212221}"/>
              </a:ext>
            </a:extLst>
          </p:cNvPr>
          <p:cNvSpPr/>
          <p:nvPr/>
        </p:nvSpPr>
        <p:spPr>
          <a:xfrm>
            <a:off x="6547574" y="1073221"/>
            <a:ext cx="5258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留学加速器</a:t>
            </a:r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_Jack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39D992-32E6-B2FF-6004-F35BF34B65EE}"/>
              </a:ext>
            </a:extLst>
          </p:cNvPr>
          <p:cNvSpPr/>
          <p:nvPr/>
        </p:nvSpPr>
        <p:spPr>
          <a:xfrm>
            <a:off x="3918488" y="4611078"/>
            <a:ext cx="5258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留学加速器</a:t>
            </a:r>
            <a:r>
              <a:rPr lang="en-US" altLang="zh-CN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_Jack</a:t>
            </a:r>
            <a:endParaRPr lang="zh-CN" alt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9198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DE10EB7-80D4-6B9A-C412-B6762FD84F54}"/>
              </a:ext>
            </a:extLst>
          </p:cNvPr>
          <p:cNvSpPr/>
          <p:nvPr/>
        </p:nvSpPr>
        <p:spPr>
          <a:xfrm>
            <a:off x="5759269" y="131984"/>
            <a:ext cx="6734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灰产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29C3F7-6E89-E4AE-ED6D-B5C0A67A4412}"/>
              </a:ext>
            </a:extLst>
          </p:cNvPr>
          <p:cNvSpPr/>
          <p:nvPr/>
        </p:nvSpPr>
        <p:spPr>
          <a:xfrm>
            <a:off x="2163758" y="1334250"/>
            <a:ext cx="6734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LSAT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3272F6-2ADF-E061-E480-255C80994F7A}"/>
              </a:ext>
            </a:extLst>
          </p:cNvPr>
          <p:cNvSpPr/>
          <p:nvPr/>
        </p:nvSpPr>
        <p:spPr>
          <a:xfrm>
            <a:off x="2422352" y="2084961"/>
            <a:ext cx="79498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ACCA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431FB4-80B2-F3E7-470A-3D5069A683DB}"/>
              </a:ext>
            </a:extLst>
          </p:cNvPr>
          <p:cNvSpPr/>
          <p:nvPr/>
        </p:nvSpPr>
        <p:spPr>
          <a:xfrm>
            <a:off x="2024861" y="2847109"/>
            <a:ext cx="79498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长尾考试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F78880-C51A-7CAC-28EC-03F9F3947D2B}"/>
              </a:ext>
            </a:extLst>
          </p:cNvPr>
          <p:cNvSpPr/>
          <p:nvPr/>
        </p:nvSpPr>
        <p:spPr>
          <a:xfrm>
            <a:off x="2024861" y="4993794"/>
            <a:ext cx="79498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GRE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2964F4-C9DF-EE02-489E-C02D844BFF9A}"/>
              </a:ext>
            </a:extLst>
          </p:cNvPr>
          <p:cNvSpPr/>
          <p:nvPr/>
        </p:nvSpPr>
        <p:spPr>
          <a:xfrm>
            <a:off x="2952004" y="2847109"/>
            <a:ext cx="794981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ISEE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D278CE1-2EF9-5F15-91B7-B341D246D7B0}"/>
              </a:ext>
            </a:extLst>
          </p:cNvPr>
          <p:cNvSpPr/>
          <p:nvPr/>
        </p:nvSpPr>
        <p:spPr>
          <a:xfrm>
            <a:off x="7306017" y="4336952"/>
            <a:ext cx="67346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淘宝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80FA9-E74C-908B-005C-1520868F0F11}"/>
              </a:ext>
            </a:extLst>
          </p:cNvPr>
          <p:cNvSpPr/>
          <p:nvPr/>
        </p:nvSpPr>
        <p:spPr>
          <a:xfrm>
            <a:off x="2007484" y="5744505"/>
            <a:ext cx="79498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托福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5FF6C0-4772-0742-8A1A-362979FB30A9}"/>
              </a:ext>
            </a:extLst>
          </p:cNvPr>
          <p:cNvSpPr/>
          <p:nvPr/>
        </p:nvSpPr>
        <p:spPr>
          <a:xfrm>
            <a:off x="7306018" y="1334249"/>
            <a:ext cx="673461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xhs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1C265D-2A3E-22AE-EAFD-98FB125042DC}"/>
              </a:ext>
            </a:extLst>
          </p:cNvPr>
          <p:cNvSpPr/>
          <p:nvPr/>
        </p:nvSpPr>
        <p:spPr>
          <a:xfrm>
            <a:off x="8337525" y="1627967"/>
            <a:ext cx="1690717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/>
              <a:t>Deepseek</a:t>
            </a:r>
            <a:r>
              <a:rPr lang="zh-CN" altLang="en-US" dirty="0"/>
              <a:t>内容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9B459B-D636-D05A-33F0-16983221DCB0}"/>
              </a:ext>
            </a:extLst>
          </p:cNvPr>
          <p:cNvSpPr/>
          <p:nvPr/>
        </p:nvSpPr>
        <p:spPr>
          <a:xfrm>
            <a:off x="8337524" y="2294530"/>
            <a:ext cx="1690717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生成题目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1B18C2-4979-D5A0-6DFD-86BD6A754C0A}"/>
              </a:ext>
            </a:extLst>
          </p:cNvPr>
          <p:cNvSpPr/>
          <p:nvPr/>
        </p:nvSpPr>
        <p:spPr>
          <a:xfrm>
            <a:off x="3879147" y="2860312"/>
            <a:ext cx="1006837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CFAESG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E3A913-4587-823F-7A9B-213F0172A265}"/>
              </a:ext>
            </a:extLst>
          </p:cNvPr>
          <p:cNvSpPr/>
          <p:nvPr/>
        </p:nvSpPr>
        <p:spPr>
          <a:xfrm>
            <a:off x="5018952" y="2876421"/>
            <a:ext cx="1006837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MCAT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661FDA-2D80-FA38-C5BB-B2DDAE77E3D1}"/>
              </a:ext>
            </a:extLst>
          </p:cNvPr>
          <p:cNvSpPr/>
          <p:nvPr/>
        </p:nvSpPr>
        <p:spPr>
          <a:xfrm>
            <a:off x="3879147" y="3637192"/>
            <a:ext cx="1276747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</a:t>
            </a:r>
            <a:r>
              <a:rPr lang="zh-CN" altLang="en-US" dirty="0"/>
              <a:t>博士证券</a:t>
            </a:r>
            <a:endParaRPr lang="en-US" altLang="zh-CN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E7E0329-BDEB-C0E7-9794-B5D2C175CEDE}"/>
              </a:ext>
            </a:extLst>
          </p:cNvPr>
          <p:cNvSpPr/>
          <p:nvPr/>
        </p:nvSpPr>
        <p:spPr>
          <a:xfrm>
            <a:off x="8337523" y="2987884"/>
            <a:ext cx="1690717" cy="58189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highlight>
                  <a:srgbClr val="000080"/>
                </a:highlight>
              </a:rPr>
              <a:t>多个创意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BBB4381-A034-0784-DFF8-FFBDC13641B4}"/>
              </a:ext>
            </a:extLst>
          </p:cNvPr>
          <p:cNvSpPr/>
          <p:nvPr/>
        </p:nvSpPr>
        <p:spPr>
          <a:xfrm>
            <a:off x="9304711" y="4993793"/>
            <a:ext cx="1690717" cy="58189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店铺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97508E-8214-E10D-E5FA-282824A139CC}"/>
              </a:ext>
            </a:extLst>
          </p:cNvPr>
          <p:cNvSpPr/>
          <p:nvPr/>
        </p:nvSpPr>
        <p:spPr>
          <a:xfrm>
            <a:off x="3177887" y="4993794"/>
            <a:ext cx="2847902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卡加跑小量</a:t>
            </a:r>
            <a:r>
              <a:rPr lang="en-US" altLang="zh-CN" dirty="0"/>
              <a:t>/5.0</a:t>
            </a:r>
            <a:r>
              <a:rPr lang="zh-CN" altLang="en-US" dirty="0"/>
              <a:t>小团；</a:t>
            </a:r>
            <a:endParaRPr lang="en-US" altLang="zh-CN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E8E2EC-5233-AC07-35F7-5625097542F7}"/>
              </a:ext>
            </a:extLst>
          </p:cNvPr>
          <p:cNvSpPr/>
          <p:nvPr/>
        </p:nvSpPr>
        <p:spPr>
          <a:xfrm>
            <a:off x="7302480" y="6039752"/>
            <a:ext cx="67346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合作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697A3E-9216-D663-0775-201748D34CA7}"/>
              </a:ext>
            </a:extLst>
          </p:cNvPr>
          <p:cNvSpPr/>
          <p:nvPr/>
        </p:nvSpPr>
        <p:spPr>
          <a:xfrm>
            <a:off x="7312593" y="5500734"/>
            <a:ext cx="67346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推特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72EBA1-420B-15F4-8165-379CF8CA4501}"/>
              </a:ext>
            </a:extLst>
          </p:cNvPr>
          <p:cNvSpPr/>
          <p:nvPr/>
        </p:nvSpPr>
        <p:spPr>
          <a:xfrm>
            <a:off x="7306016" y="3685319"/>
            <a:ext cx="1031507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题库网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D393AD-C1AB-F176-31EF-D26D2FD7F3C7}"/>
              </a:ext>
            </a:extLst>
          </p:cNvPr>
          <p:cNvSpPr/>
          <p:nvPr/>
        </p:nvSpPr>
        <p:spPr>
          <a:xfrm>
            <a:off x="10776328" y="131982"/>
            <a:ext cx="1199007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价格调查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08ED0B-0EDD-24C8-3539-97E28D299989}"/>
              </a:ext>
            </a:extLst>
          </p:cNvPr>
          <p:cNvSpPr/>
          <p:nvPr/>
        </p:nvSpPr>
        <p:spPr>
          <a:xfrm>
            <a:off x="9551620" y="131983"/>
            <a:ext cx="67346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后勤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4AF91E-3FD8-D252-98F3-BA7F80DA1D72}"/>
              </a:ext>
            </a:extLst>
          </p:cNvPr>
          <p:cNvSpPr/>
          <p:nvPr/>
        </p:nvSpPr>
        <p:spPr>
          <a:xfrm>
            <a:off x="7306013" y="4918843"/>
            <a:ext cx="673461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咸鱼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322CF0F-29D2-DB06-09F1-637C3EE08EE7}"/>
              </a:ext>
            </a:extLst>
          </p:cNvPr>
          <p:cNvSpPr/>
          <p:nvPr/>
        </p:nvSpPr>
        <p:spPr>
          <a:xfrm>
            <a:off x="9259698" y="4347801"/>
            <a:ext cx="1690717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羊头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DEC229-EB8E-0B76-2A35-BB12FD38EAE0}"/>
              </a:ext>
            </a:extLst>
          </p:cNvPr>
          <p:cNvSpPr/>
          <p:nvPr/>
        </p:nvSpPr>
        <p:spPr>
          <a:xfrm>
            <a:off x="2500488" y="3569775"/>
            <a:ext cx="1006837" cy="58189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</a:t>
            </a:r>
            <a:r>
              <a:rPr lang="zh-CN" altLang="en-US" dirty="0"/>
              <a:t>博士医药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07078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FA2C4-7682-B3BB-0C47-33976B61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5.26 1 </a:t>
            </a:r>
            <a:r>
              <a:rPr lang="zh-CN" altLang="en-US" dirty="0"/>
              <a:t>长尾考试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5A86F0-8017-F926-9CF6-9C8FFC1A6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医学类</a:t>
            </a:r>
            <a:endParaRPr lang="en-US" altLang="zh-CN" dirty="0"/>
          </a:p>
          <a:p>
            <a:r>
              <a:rPr lang="zh-CN" altLang="en-US" dirty="0"/>
              <a:t>金融类</a:t>
            </a:r>
            <a:endParaRPr lang="en-US" altLang="zh-CN" dirty="0"/>
          </a:p>
          <a:p>
            <a:r>
              <a:rPr lang="zh-CN" altLang="en-US" dirty="0"/>
              <a:t>小孩类</a:t>
            </a:r>
            <a:endParaRPr lang="en-US" altLang="zh-CN" dirty="0"/>
          </a:p>
          <a:p>
            <a:r>
              <a:rPr lang="zh-CN" altLang="en-US" dirty="0"/>
              <a:t>法律类</a:t>
            </a:r>
          </a:p>
        </p:txBody>
      </p:sp>
    </p:spTree>
    <p:extLst>
      <p:ext uri="{BB962C8B-B14F-4D97-AF65-F5344CB8AC3E}">
        <p14:creationId xmlns:p14="http://schemas.microsoft.com/office/powerpoint/2010/main" val="353114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C348D-EEB8-268A-5532-37EAF4FF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酒精替代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F62D4-A8E9-4DBD-7C04-B80D65720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zh-CN" altLang="en-US" dirty="0"/>
              <a:t>多巴胺（快乐）：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黑巧克力 </a:t>
            </a:r>
            <a:r>
              <a:rPr lang="en-US" altLang="zh-CN" dirty="0">
                <a:solidFill>
                  <a:srgbClr val="FF0000"/>
                </a:solidFill>
              </a:rPr>
              <a:t>+ </a:t>
            </a:r>
            <a:r>
              <a:rPr lang="zh-CN" altLang="en-US" dirty="0">
                <a:solidFill>
                  <a:srgbClr val="FF0000"/>
                </a:solidFill>
              </a:rPr>
              <a:t>坚果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有氧：跳绳</a:t>
            </a:r>
            <a:r>
              <a:rPr lang="en-US" altLang="zh-CN" dirty="0"/>
              <a:t>/</a:t>
            </a:r>
            <a:r>
              <a:rPr lang="zh-CN" altLang="en-US" dirty="0"/>
              <a:t>爬楼，徒步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整理房间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音乐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Gaba</a:t>
            </a:r>
            <a:r>
              <a:rPr lang="zh-CN" altLang="en-US" dirty="0"/>
              <a:t>（放松，</a:t>
            </a:r>
            <a:r>
              <a:rPr lang="en-US" altLang="zh-CN" dirty="0"/>
              <a:t>x</a:t>
            </a:r>
            <a:r>
              <a:rPr lang="zh-CN" altLang="en-US" dirty="0"/>
              <a:t>焦虑）</a:t>
            </a:r>
            <a:endParaRPr lang="en-US" altLang="zh-CN" dirty="0"/>
          </a:p>
          <a:p>
            <a:pPr lvl="1"/>
            <a:r>
              <a:rPr lang="zh-CN" altLang="en-US" dirty="0"/>
              <a:t>感恩</a:t>
            </a:r>
            <a:endParaRPr lang="en-US" altLang="zh-CN" dirty="0"/>
          </a:p>
          <a:p>
            <a:pPr lvl="1"/>
            <a:r>
              <a:rPr lang="zh-CN" altLang="en-US" dirty="0"/>
              <a:t>冥想</a:t>
            </a:r>
            <a:endParaRPr lang="en-US" altLang="zh-CN" dirty="0"/>
          </a:p>
          <a:p>
            <a:pPr lvl="1"/>
            <a:r>
              <a:rPr lang="zh-CN" altLang="en-US" dirty="0"/>
              <a:t>拉伸类运动</a:t>
            </a:r>
            <a:endParaRPr lang="en-US" altLang="zh-CN" dirty="0"/>
          </a:p>
          <a:p>
            <a:pPr lvl="1"/>
            <a:r>
              <a:rPr lang="en-US" altLang="zh-CN" dirty="0"/>
              <a:t>Gaba</a:t>
            </a:r>
            <a:r>
              <a:rPr lang="zh-CN" altLang="en-US" dirty="0"/>
              <a:t>食物：绿茶、糙米、发酵、镁片</a:t>
            </a:r>
            <a:endParaRPr lang="en-US" altLang="zh-CN" dirty="0"/>
          </a:p>
          <a:p>
            <a:r>
              <a:rPr lang="zh-CN" altLang="en-US" dirty="0"/>
              <a:t>内啡肽（高级喜悦）</a:t>
            </a:r>
            <a:endParaRPr lang="en-US" altLang="zh-CN" dirty="0"/>
          </a:p>
          <a:p>
            <a:pPr lvl="1"/>
            <a:r>
              <a:rPr lang="zh-CN" altLang="en-US" dirty="0"/>
              <a:t>中高强度运动（篮球）</a:t>
            </a:r>
            <a:endParaRPr lang="en-US" altLang="zh-CN" dirty="0"/>
          </a:p>
          <a:p>
            <a:pPr lvl="1"/>
            <a:r>
              <a:rPr lang="zh-CN" altLang="en-US" dirty="0"/>
              <a:t>喜剧</a:t>
            </a:r>
            <a:endParaRPr lang="en-US" altLang="zh-CN" dirty="0"/>
          </a:p>
          <a:p>
            <a:pPr lvl="1"/>
            <a:r>
              <a:rPr lang="zh-CN" altLang="en-US" dirty="0"/>
              <a:t>按摩、</a:t>
            </a:r>
            <a:r>
              <a:rPr lang="zh-CN" altLang="en-US" dirty="0">
                <a:solidFill>
                  <a:srgbClr val="FF0000"/>
                </a:solidFill>
              </a:rPr>
              <a:t>桑拿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血清素（平静）</a:t>
            </a:r>
            <a:endParaRPr lang="en-US" altLang="zh-CN" dirty="0"/>
          </a:p>
          <a:p>
            <a:pPr lvl="1"/>
            <a:r>
              <a:rPr lang="zh-CN" altLang="en-US" dirty="0"/>
              <a:t>晒太阳</a:t>
            </a:r>
            <a:endParaRPr lang="en-US" altLang="zh-CN" dirty="0"/>
          </a:p>
          <a:p>
            <a:pPr lvl="1"/>
            <a:r>
              <a:rPr lang="zh-CN" altLang="en-US" dirty="0"/>
              <a:t>色氨酸（三文鱼、</a:t>
            </a:r>
            <a:r>
              <a:rPr lang="zh-CN" altLang="en-US" dirty="0">
                <a:solidFill>
                  <a:srgbClr val="FF0000"/>
                </a:solidFill>
              </a:rPr>
              <a:t>燕麦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规律睡眠</a:t>
            </a:r>
            <a:endParaRPr lang="en-US" altLang="zh-CN" dirty="0"/>
          </a:p>
          <a:p>
            <a:r>
              <a:rPr lang="zh-CN" altLang="en-US" dirty="0"/>
              <a:t>其他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啤酒花饮品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精油（薰衣草、洋甘菊）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桌游、合唱、舞蹈课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2594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2AF0C82-D638-71A0-346F-02DE995FAC40}"/>
              </a:ext>
            </a:extLst>
          </p:cNvPr>
          <p:cNvSpPr/>
          <p:nvPr/>
        </p:nvSpPr>
        <p:spPr>
          <a:xfrm>
            <a:off x="1213065" y="205247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INTJ BIBLE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4C85C1-8C18-4A7A-2BC6-C3A7315C02F9}"/>
              </a:ext>
            </a:extLst>
          </p:cNvPr>
          <p:cNvSpPr/>
          <p:nvPr/>
        </p:nvSpPr>
        <p:spPr>
          <a:xfrm>
            <a:off x="336028" y="1219633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搞点事业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518181-160C-CE6F-E218-B9E5088E8928}"/>
              </a:ext>
            </a:extLst>
          </p:cNvPr>
          <p:cNvSpPr/>
          <p:nvPr/>
        </p:nvSpPr>
        <p:spPr>
          <a:xfrm>
            <a:off x="3988084" y="1734754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训练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813F48-6ACF-8B50-70BD-89E5CDD14CAA}"/>
              </a:ext>
            </a:extLst>
          </p:cNvPr>
          <p:cNvSpPr/>
          <p:nvPr/>
        </p:nvSpPr>
        <p:spPr>
          <a:xfrm>
            <a:off x="6641312" y="1734753"/>
            <a:ext cx="2712007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强迫症（拍视频、整理）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C671185-6BBA-8B38-C839-391916C88B52}"/>
              </a:ext>
            </a:extLst>
          </p:cNvPr>
          <p:cNvSpPr/>
          <p:nvPr/>
        </p:nvSpPr>
        <p:spPr>
          <a:xfrm>
            <a:off x="3260993" y="3783894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性欲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A01ED2-0A87-4FA2-EF70-B66B6759C097}"/>
              </a:ext>
            </a:extLst>
          </p:cNvPr>
          <p:cNvSpPr/>
          <p:nvPr/>
        </p:nvSpPr>
        <p:spPr>
          <a:xfrm>
            <a:off x="7081987" y="3783893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修炼者状态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B3396-19A8-2690-49D7-837DC98196DF}"/>
              </a:ext>
            </a:extLst>
          </p:cNvPr>
          <p:cNvSpPr/>
          <p:nvPr/>
        </p:nvSpPr>
        <p:spPr>
          <a:xfrm>
            <a:off x="10750001" y="3783894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众乐乐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B99954-58DB-B79C-A168-9D724C53375E}"/>
              </a:ext>
            </a:extLst>
          </p:cNvPr>
          <p:cNvSpPr/>
          <p:nvPr/>
        </p:nvSpPr>
        <p:spPr>
          <a:xfrm>
            <a:off x="374572" y="4144044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醉酒状态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FCE06D-033F-BA6D-7D11-D78ED385DC25}"/>
              </a:ext>
            </a:extLst>
          </p:cNvPr>
          <p:cNvSpPr/>
          <p:nvPr/>
        </p:nvSpPr>
        <p:spPr>
          <a:xfrm>
            <a:off x="3260993" y="4531204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浮气</a:t>
            </a:r>
            <a:endParaRPr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C525B7-4B08-1951-7719-6B9C225E13D3}"/>
              </a:ext>
            </a:extLst>
          </p:cNvPr>
          <p:cNvSpPr/>
          <p:nvPr/>
        </p:nvSpPr>
        <p:spPr>
          <a:xfrm>
            <a:off x="3260993" y="5084585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公司与社群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722738-98CB-81DB-0492-CAA8608949F3}"/>
              </a:ext>
            </a:extLst>
          </p:cNvPr>
          <p:cNvSpPr/>
          <p:nvPr/>
        </p:nvSpPr>
        <p:spPr>
          <a:xfrm>
            <a:off x="7081987" y="4531204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和菜头，正念</a:t>
            </a:r>
            <a:endParaRPr lang="en-US" altLang="zh-CN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710620-0679-083F-6B68-BA47A0568D87}"/>
              </a:ext>
            </a:extLst>
          </p:cNvPr>
          <p:cNvSpPr/>
          <p:nvPr/>
        </p:nvSpPr>
        <p:spPr>
          <a:xfrm>
            <a:off x="7081987" y="5327523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X</a:t>
            </a:r>
            <a:r>
              <a:rPr lang="zh-CN" altLang="en-US" dirty="0"/>
              <a:t>博士，做事，勇气</a:t>
            </a:r>
            <a:endParaRPr lang="en-US" altLang="zh-CN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FCFD66-DC58-F143-E91A-6C43CAB639CA}"/>
              </a:ext>
            </a:extLst>
          </p:cNvPr>
          <p:cNvSpPr/>
          <p:nvPr/>
        </p:nvSpPr>
        <p:spPr>
          <a:xfrm>
            <a:off x="10351546" y="1734752"/>
            <a:ext cx="79691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沉迷</a:t>
            </a:r>
            <a:endParaRPr lang="en-US" altLang="zh-CN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B24A83-FC42-79FA-2A8C-AA0C84941755}"/>
              </a:ext>
            </a:extLst>
          </p:cNvPr>
          <p:cNvSpPr/>
          <p:nvPr/>
        </p:nvSpPr>
        <p:spPr>
          <a:xfrm>
            <a:off x="3988084" y="2286864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万智牌</a:t>
            </a:r>
            <a:endParaRPr lang="en-US" altLang="zh-CN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81CCB0-2408-9D31-BC6D-C909739B9DDC}"/>
              </a:ext>
            </a:extLst>
          </p:cNvPr>
          <p:cNvSpPr/>
          <p:nvPr/>
        </p:nvSpPr>
        <p:spPr>
          <a:xfrm>
            <a:off x="3988084" y="2888654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篮球</a:t>
            </a:r>
            <a:endParaRPr lang="en-US" altLang="zh-CN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FA02D4-5C2C-9CC4-3431-92A3749C3BD6}"/>
              </a:ext>
            </a:extLst>
          </p:cNvPr>
          <p:cNvSpPr/>
          <p:nvPr/>
        </p:nvSpPr>
        <p:spPr>
          <a:xfrm>
            <a:off x="6202496" y="2531072"/>
            <a:ext cx="879491" cy="4209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宝可梦</a:t>
            </a:r>
            <a:endParaRPr lang="en-US" altLang="zh-CN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75B6A4-67F3-2BAC-BE94-7EDB83A47E66}"/>
              </a:ext>
            </a:extLst>
          </p:cNvPr>
          <p:cNvSpPr/>
          <p:nvPr/>
        </p:nvSpPr>
        <p:spPr>
          <a:xfrm>
            <a:off x="5220764" y="3018138"/>
            <a:ext cx="879491" cy="4209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高尔夫</a:t>
            </a:r>
            <a:endParaRPr lang="en-US" altLang="zh-CN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E9ABB8-28F9-AE70-8A89-255F53BD20DC}"/>
              </a:ext>
            </a:extLst>
          </p:cNvPr>
          <p:cNvSpPr/>
          <p:nvPr/>
        </p:nvSpPr>
        <p:spPr>
          <a:xfrm>
            <a:off x="5269734" y="2531072"/>
            <a:ext cx="879491" cy="42094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魔兽（沉迷）</a:t>
            </a:r>
            <a:endParaRPr lang="en-US" altLang="zh-CN" sz="14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C9E204-F815-C0F0-EC99-0FCB8832F232}"/>
              </a:ext>
            </a:extLst>
          </p:cNvPr>
          <p:cNvSpPr/>
          <p:nvPr/>
        </p:nvSpPr>
        <p:spPr>
          <a:xfrm>
            <a:off x="340321" y="1835173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传统灰产</a:t>
            </a:r>
            <a:endParaRPr lang="en-US" altLang="zh-CN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49BBD7-3EE6-AE74-E852-D557C3E45992}"/>
              </a:ext>
            </a:extLst>
          </p:cNvPr>
          <p:cNvSpPr/>
          <p:nvPr/>
        </p:nvSpPr>
        <p:spPr>
          <a:xfrm>
            <a:off x="336028" y="2417064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一般新</a:t>
            </a:r>
            <a:r>
              <a:rPr lang="en-US" altLang="zh-CN" dirty="0" err="1"/>
              <a:t>seo</a:t>
            </a:r>
            <a:endParaRPr lang="en-US" altLang="zh-CN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7327FC5-605D-5EA3-D4EE-BE3B25B7917C}"/>
              </a:ext>
            </a:extLst>
          </p:cNvPr>
          <p:cNvSpPr/>
          <p:nvPr/>
        </p:nvSpPr>
        <p:spPr>
          <a:xfrm>
            <a:off x="336028" y="3018138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纯新</a:t>
            </a:r>
            <a:r>
              <a:rPr lang="en-US" altLang="zh-CN" dirty="0"/>
              <a:t>ai</a:t>
            </a:r>
            <a:r>
              <a:rPr lang="zh-CN" altLang="en-US" dirty="0"/>
              <a:t>医疗</a:t>
            </a:r>
            <a:endParaRPr lang="en-US" altLang="zh-CN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E561538-D8AB-76A5-B460-93E9F5F73D1F}"/>
              </a:ext>
            </a:extLst>
          </p:cNvPr>
          <p:cNvSpPr/>
          <p:nvPr/>
        </p:nvSpPr>
        <p:spPr>
          <a:xfrm>
            <a:off x="3260993" y="5666476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澳门</a:t>
            </a:r>
            <a:endParaRPr lang="en-US" altLang="zh-CN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ACE5980-0144-77C7-6FCC-5B4BD8F031F3}"/>
              </a:ext>
            </a:extLst>
          </p:cNvPr>
          <p:cNvSpPr/>
          <p:nvPr/>
        </p:nvSpPr>
        <p:spPr>
          <a:xfrm>
            <a:off x="2452492" y="2308284"/>
            <a:ext cx="1424841" cy="111480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个人：技巧；热情；脱敏；视觉化（搭讪）</a:t>
            </a:r>
            <a:endParaRPr lang="en-US" altLang="zh-CN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ECCC12-7F02-9CC3-B782-B3B7C22A9143}"/>
              </a:ext>
            </a:extLst>
          </p:cNvPr>
          <p:cNvSpPr/>
          <p:nvPr/>
        </p:nvSpPr>
        <p:spPr>
          <a:xfrm>
            <a:off x="117816" y="4822149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食物（坚果、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57E948-3D85-6D99-1E32-BA492B951986}"/>
              </a:ext>
            </a:extLst>
          </p:cNvPr>
          <p:cNvSpPr/>
          <p:nvPr/>
        </p:nvSpPr>
        <p:spPr>
          <a:xfrm>
            <a:off x="117816" y="5437689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氛围（音乐、精油）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88C4D0-E216-248C-36E4-4F6419DD2633}"/>
              </a:ext>
            </a:extLst>
          </p:cNvPr>
          <p:cNvSpPr/>
          <p:nvPr/>
        </p:nvSpPr>
        <p:spPr>
          <a:xfrm>
            <a:off x="10631468" y="5036577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心态</a:t>
            </a:r>
            <a:endParaRPr lang="en-US" altLang="zh-CN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E6FD92-1AF6-62B7-851F-C979E5D78644}"/>
              </a:ext>
            </a:extLst>
          </p:cNvPr>
          <p:cNvSpPr/>
          <p:nvPr/>
        </p:nvSpPr>
        <p:spPr>
          <a:xfrm>
            <a:off x="10631468" y="5623923"/>
            <a:ext cx="1232680" cy="58189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/>
              <a:t>减法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9890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2BCF7-962B-6007-BAC3-13A13EDA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</a:t>
            </a:r>
            <a:r>
              <a:rPr lang="en-US" altLang="zh-CN" dirty="0"/>
              <a:t>coaching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EE840-5D38-E8E3-3D3F-B15CFF605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对人类基本兴趣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 对人类的</a:t>
            </a:r>
            <a:r>
              <a:rPr lang="zh-CN" altLang="en-US"/>
              <a:t>讨厌消除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3947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E7991-27FF-5E0A-88B0-86C36AA1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Pokemon</a:t>
            </a:r>
            <a:r>
              <a:rPr lang="en-US" altLang="zh-CN" dirty="0"/>
              <a:t> go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5478E2-DE32-F819-ABE0-17F34CDC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删除机制：</a:t>
            </a:r>
            <a:endParaRPr lang="en-US" altLang="zh-CN" dirty="0"/>
          </a:p>
          <a:p>
            <a:pPr lvl="1"/>
            <a:r>
              <a:rPr lang="zh-CN" altLang="en-US" dirty="0"/>
              <a:t>留出</a:t>
            </a:r>
            <a:r>
              <a:rPr lang="en-US" altLang="zh-CN" dirty="0"/>
              <a:t>500</a:t>
            </a:r>
            <a:r>
              <a:rPr lang="zh-CN" altLang="en-US" dirty="0"/>
              <a:t>，剩</a:t>
            </a:r>
            <a:r>
              <a:rPr lang="en-US" altLang="zh-CN" dirty="0"/>
              <a:t>200</a:t>
            </a:r>
            <a:r>
              <a:rPr lang="zh-CN" altLang="en-US" dirty="0"/>
              <a:t>必定删除；</a:t>
            </a:r>
            <a:endParaRPr lang="en-US" altLang="zh-CN" dirty="0"/>
          </a:p>
          <a:p>
            <a:pPr lvl="1"/>
            <a:r>
              <a:rPr lang="zh-CN" altLang="en-US" dirty="0"/>
              <a:t>删除列表：</a:t>
            </a:r>
            <a:endParaRPr lang="en-US" altLang="zh-CN" dirty="0"/>
          </a:p>
          <a:p>
            <a:pPr lvl="2"/>
            <a:r>
              <a:rPr lang="en-US" altLang="zh-CN" dirty="0"/>
              <a:t>1</a:t>
            </a:r>
            <a:r>
              <a:rPr lang="zh-CN" altLang="en-US" dirty="0"/>
              <a:t>， </a:t>
            </a:r>
            <a:r>
              <a:rPr lang="en-US" altLang="zh-CN" dirty="0" err="1"/>
              <a:t>traded+bxh</a:t>
            </a:r>
            <a:endParaRPr lang="en-US" altLang="zh-CN" dirty="0"/>
          </a:p>
          <a:p>
            <a:pPr lvl="2"/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 </a:t>
            </a:r>
            <a:r>
              <a:rPr lang="en-US" altLang="zh-CN" dirty="0" err="1"/>
              <a:t>bxh&amp;zubat</a:t>
            </a:r>
            <a:r>
              <a:rPr lang="en-US" altLang="zh-CN" dirty="0"/>
              <a:t>, </a:t>
            </a:r>
            <a:r>
              <a:rPr lang="en-US" altLang="zh-CN" dirty="0" err="1"/>
              <a:t>meowth</a:t>
            </a:r>
            <a:r>
              <a:rPr lang="en-US" altLang="zh-CN" dirty="0"/>
              <a:t>, </a:t>
            </a:r>
            <a:r>
              <a:rPr lang="en-US" altLang="zh-CN" dirty="0" err="1"/>
              <a:t>farfetch</a:t>
            </a:r>
            <a:r>
              <a:rPr lang="en-US" altLang="zh-CN" dirty="0"/>
              <a:t>, </a:t>
            </a:r>
            <a:r>
              <a:rPr lang="en-US" altLang="zh-CN" dirty="0" err="1"/>
              <a:t>voltorb</a:t>
            </a:r>
            <a:r>
              <a:rPr lang="en-US" altLang="zh-CN" dirty="0"/>
              <a:t>, </a:t>
            </a:r>
            <a:r>
              <a:rPr lang="en-US" altLang="zh-CN" dirty="0" err="1"/>
              <a:t>koffing</a:t>
            </a:r>
            <a:r>
              <a:rPr lang="en-US" altLang="zh-CN" dirty="0"/>
              <a:t>, </a:t>
            </a:r>
            <a:r>
              <a:rPr lang="en-US" altLang="zh-CN" dirty="0" err="1"/>
              <a:t>chansey</a:t>
            </a:r>
            <a:r>
              <a:rPr lang="en-US" altLang="zh-CN" dirty="0"/>
              <a:t>, jynx, </a:t>
            </a:r>
            <a:r>
              <a:rPr lang="en-US" altLang="zh-CN" dirty="0" err="1"/>
              <a:t>porygon</a:t>
            </a:r>
            <a:r>
              <a:rPr lang="en-US" altLang="zh-CN" dirty="0"/>
              <a:t>, </a:t>
            </a:r>
            <a:r>
              <a:rPr lang="en-US" altLang="zh-CN" dirty="0" err="1"/>
              <a:t>hoothoot</a:t>
            </a:r>
            <a:r>
              <a:rPr lang="en-US" altLang="zh-CN" dirty="0"/>
              <a:t>, </a:t>
            </a:r>
            <a:r>
              <a:rPr lang="en-US" altLang="zh-CN" dirty="0" err="1"/>
              <a:t>poochyena</a:t>
            </a:r>
            <a:r>
              <a:rPr lang="en-US" altLang="zh-CN" dirty="0"/>
              <a:t>, zigzag, </a:t>
            </a:r>
            <a:r>
              <a:rPr lang="en-US" altLang="zh-CN" dirty="0" err="1"/>
              <a:t>makuhita</a:t>
            </a:r>
            <a:r>
              <a:rPr lang="en-US" altLang="zh-CN" dirty="0"/>
              <a:t>, </a:t>
            </a:r>
            <a:r>
              <a:rPr lang="en-US" altLang="zh-CN" dirty="0" err="1"/>
              <a:t>volbeat</a:t>
            </a:r>
            <a:r>
              <a:rPr lang="en-US" altLang="zh-CN" dirty="0"/>
              <a:t>, </a:t>
            </a:r>
            <a:r>
              <a:rPr lang="en-US" altLang="zh-CN" dirty="0" err="1"/>
              <a:t>numel</a:t>
            </a:r>
            <a:r>
              <a:rPr lang="en-US" altLang="zh-CN" dirty="0"/>
              <a:t>, </a:t>
            </a:r>
            <a:r>
              <a:rPr lang="en-US" altLang="zh-CN" dirty="0" err="1"/>
              <a:t>trapinch</a:t>
            </a:r>
            <a:r>
              <a:rPr lang="en-US" altLang="zh-CN" dirty="0"/>
              <a:t>, </a:t>
            </a:r>
            <a:r>
              <a:rPr lang="en-US" altLang="zh-CN" dirty="0" err="1"/>
              <a:t>solrock</a:t>
            </a:r>
            <a:r>
              <a:rPr lang="en-US" altLang="zh-CN" dirty="0"/>
              <a:t>, </a:t>
            </a:r>
            <a:r>
              <a:rPr lang="en-US" altLang="zh-CN" dirty="0" err="1"/>
              <a:t>duskull</a:t>
            </a:r>
            <a:r>
              <a:rPr lang="en-US" altLang="zh-CN" dirty="0"/>
              <a:t>, </a:t>
            </a:r>
            <a:r>
              <a:rPr lang="en-US" altLang="zh-CN" dirty="0" err="1"/>
              <a:t>hoppip</a:t>
            </a:r>
            <a:r>
              <a:rPr lang="en-US" altLang="zh-CN" dirty="0"/>
              <a:t>, </a:t>
            </a:r>
            <a:r>
              <a:rPr lang="en-US" altLang="zh-CN" dirty="0" err="1"/>
              <a:t>luvdisc</a:t>
            </a:r>
            <a:r>
              <a:rPr lang="en-US" altLang="zh-CN" dirty="0"/>
              <a:t>, </a:t>
            </a:r>
            <a:r>
              <a:rPr lang="en-US" altLang="zh-CN" dirty="0" err="1"/>
              <a:t>stunky</a:t>
            </a:r>
            <a:r>
              <a:rPr lang="en-US" altLang="zh-CN" dirty="0"/>
              <a:t>, </a:t>
            </a:r>
            <a:r>
              <a:rPr lang="en-US" altLang="zh-CN" dirty="0" err="1"/>
              <a:t>patrat</a:t>
            </a:r>
            <a:r>
              <a:rPr lang="en-US" altLang="zh-CN" dirty="0"/>
              <a:t>, </a:t>
            </a:r>
            <a:r>
              <a:rPr lang="en-US" altLang="zh-CN" dirty="0" err="1"/>
              <a:t>lillipup</a:t>
            </a:r>
            <a:r>
              <a:rPr lang="en-US" altLang="zh-CN" dirty="0"/>
              <a:t>, </a:t>
            </a:r>
            <a:r>
              <a:rPr lang="en-US" altLang="zh-CN" dirty="0" err="1"/>
              <a:t>munna</a:t>
            </a:r>
            <a:r>
              <a:rPr lang="en-US" altLang="zh-CN" dirty="0"/>
              <a:t>, </a:t>
            </a:r>
            <a:r>
              <a:rPr lang="en-US" altLang="zh-CN" dirty="0" err="1"/>
              <a:t>sewaddle</a:t>
            </a:r>
            <a:r>
              <a:rPr lang="en-US" altLang="zh-CN" dirty="0"/>
              <a:t>, </a:t>
            </a:r>
            <a:r>
              <a:rPr lang="en-US" altLang="zh-CN" dirty="0" err="1"/>
              <a:t>solosis</a:t>
            </a:r>
            <a:r>
              <a:rPr lang="en-US" altLang="zh-CN" dirty="0"/>
              <a:t>, </a:t>
            </a:r>
            <a:r>
              <a:rPr lang="en-US" altLang="zh-CN" dirty="0" err="1"/>
              <a:t>foongus</a:t>
            </a:r>
            <a:r>
              <a:rPr lang="en-US" altLang="zh-CN" dirty="0"/>
              <a:t>, </a:t>
            </a:r>
            <a:r>
              <a:rPr lang="en-US" altLang="zh-CN" dirty="0" err="1"/>
              <a:t>inkay</a:t>
            </a:r>
            <a:r>
              <a:rPr lang="en-US" altLang="zh-CN" dirty="0"/>
              <a:t>, </a:t>
            </a:r>
            <a:r>
              <a:rPr lang="en-US" altLang="zh-CN" dirty="0" err="1"/>
              <a:t>carbink</a:t>
            </a:r>
            <a:r>
              <a:rPr lang="en-US" altLang="zh-CN" dirty="0"/>
              <a:t>, </a:t>
            </a:r>
            <a:r>
              <a:rPr lang="en-US" altLang="zh-CN" dirty="0" err="1"/>
              <a:t>crabrawler</a:t>
            </a:r>
            <a:r>
              <a:rPr lang="en-US" altLang="zh-CN" dirty="0"/>
              <a:t>, </a:t>
            </a:r>
            <a:r>
              <a:rPr lang="en-US" altLang="zh-CN" dirty="0" err="1"/>
              <a:t>cutiefly</a:t>
            </a:r>
            <a:r>
              <a:rPr lang="en-US" altLang="zh-CN" dirty="0"/>
              <a:t>, </a:t>
            </a:r>
            <a:r>
              <a:rPr lang="en-US" altLang="zh-CN" dirty="0" err="1"/>
              <a:t>stufful</a:t>
            </a:r>
            <a:r>
              <a:rPr lang="en-US" altLang="zh-CN" dirty="0"/>
              <a:t>, </a:t>
            </a:r>
            <a:r>
              <a:rPr lang="en-US" altLang="zh-CN" dirty="0" err="1"/>
              <a:t>skwovet</a:t>
            </a:r>
            <a:r>
              <a:rPr lang="en-US" altLang="zh-CN" dirty="0"/>
              <a:t>, </a:t>
            </a:r>
            <a:r>
              <a:rPr lang="en-US" altLang="zh-CN" dirty="0" err="1"/>
              <a:t>wooloo</a:t>
            </a:r>
            <a:r>
              <a:rPr lang="en-US" altLang="zh-CN" dirty="0"/>
              <a:t>, </a:t>
            </a:r>
            <a:r>
              <a:rPr lang="en-US" altLang="zh-CN" dirty="0" err="1"/>
              <a:t>lechonk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3, 3*&amp;4*</a:t>
            </a:r>
            <a:r>
              <a:rPr lang="zh-CN" altLang="en-US" dirty="0"/>
              <a:t>当中，非打手</a:t>
            </a:r>
            <a:endParaRPr lang="en-US" altLang="zh-CN" dirty="0"/>
          </a:p>
          <a:p>
            <a:r>
              <a:rPr lang="zh-CN" altLang="en-US" dirty="0"/>
              <a:t>资源管理：</a:t>
            </a:r>
            <a:endParaRPr lang="en-US" altLang="zh-CN" dirty="0"/>
          </a:p>
          <a:p>
            <a:pPr lvl="1"/>
            <a:r>
              <a:rPr lang="zh-CN" altLang="en-US" dirty="0"/>
              <a:t>背包：只留菠萝，菠萝上限</a:t>
            </a:r>
            <a:r>
              <a:rPr lang="en-US" altLang="zh-CN" dirty="0"/>
              <a:t>100</a:t>
            </a:r>
            <a:r>
              <a:rPr lang="zh-CN" altLang="en-US" dirty="0"/>
              <a:t>（活动用）；非活动期总计复活</a:t>
            </a:r>
            <a:r>
              <a:rPr lang="en-US" altLang="zh-CN" dirty="0"/>
              <a:t>150</a:t>
            </a:r>
            <a:r>
              <a:rPr lang="zh-CN" altLang="en-US" dirty="0"/>
              <a:t>只即可。</a:t>
            </a:r>
            <a:endParaRPr lang="en-US" altLang="zh-CN" dirty="0"/>
          </a:p>
          <a:p>
            <a:r>
              <a:rPr lang="zh-CN" altLang="en-US" dirty="0"/>
              <a:t>其他：</a:t>
            </a:r>
            <a:endParaRPr lang="en-US" altLang="zh-CN" dirty="0"/>
          </a:p>
          <a:p>
            <a:pPr lvl="1"/>
            <a:r>
              <a:rPr lang="zh-CN" altLang="en-US" dirty="0"/>
              <a:t>道馆：起床顺便打，</a:t>
            </a:r>
            <a:r>
              <a:rPr lang="en-US" altLang="zh-CN" dirty="0"/>
              <a:t>5min</a:t>
            </a:r>
          </a:p>
          <a:p>
            <a:pPr lvl="1"/>
            <a:r>
              <a:rPr lang="zh-CN" altLang="en-US" dirty="0"/>
              <a:t>火箭队：熟练掌握暗影比较强的，只打</a:t>
            </a:r>
            <a:r>
              <a:rPr lang="en-US" altLang="zh-CN" dirty="0"/>
              <a:t>10%</a:t>
            </a:r>
            <a:r>
              <a:rPr lang="zh-CN" altLang="en-US" dirty="0"/>
              <a:t>；其他不打</a:t>
            </a:r>
            <a:endParaRPr lang="en-US" altLang="zh-CN" dirty="0"/>
          </a:p>
          <a:p>
            <a:pPr lvl="1"/>
            <a:r>
              <a:rPr lang="zh-CN" altLang="en-US" dirty="0"/>
              <a:t>小活动：</a:t>
            </a:r>
            <a:endParaRPr lang="en-US" altLang="zh-CN" dirty="0"/>
          </a:p>
          <a:p>
            <a:pPr lvl="1"/>
            <a:r>
              <a:rPr lang="zh-CN" altLang="en-US" dirty="0"/>
              <a:t>对战：</a:t>
            </a:r>
            <a:r>
              <a:rPr lang="en-US" altLang="zh-CN" dirty="0"/>
              <a:t>5</a:t>
            </a:r>
            <a:r>
              <a:rPr lang="zh-CN" altLang="en-US" dirty="0"/>
              <a:t>星神兽闪</a:t>
            </a:r>
            <a:r>
              <a:rPr lang="en-US" altLang="zh-CN" dirty="0"/>
              <a:t>/mega</a:t>
            </a:r>
            <a:r>
              <a:rPr lang="zh-CN" altLang="en-US" dirty="0"/>
              <a:t>拿到</a:t>
            </a:r>
            <a:r>
              <a:rPr lang="en-US" altLang="zh-CN" dirty="0"/>
              <a:t>5</a:t>
            </a:r>
            <a:r>
              <a:rPr lang="zh-CN" altLang="en-US" dirty="0"/>
              <a:t>次进化</a:t>
            </a:r>
            <a:endParaRPr lang="en-US" altLang="zh-CN" dirty="0"/>
          </a:p>
          <a:p>
            <a:pPr lvl="1"/>
            <a:r>
              <a:rPr lang="zh-CN" altLang="en-US" dirty="0"/>
              <a:t>日常任务：做一个：</a:t>
            </a:r>
            <a:r>
              <a:rPr lang="en-US" altLang="zh-CN" dirty="0"/>
              <a:t>evolve</a:t>
            </a:r>
            <a:r>
              <a:rPr lang="zh-CN" altLang="en-US" dirty="0"/>
              <a:t>标签；建议进化</a:t>
            </a:r>
            <a:r>
              <a:rPr lang="en-US" altLang="zh-CN" dirty="0" err="1"/>
              <a:t>fw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7569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471B9B-1344-AA65-37A3-85A30EEA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Pokemon</a:t>
            </a:r>
            <a:r>
              <a:rPr lang="en-US" altLang="zh-CN" dirty="0"/>
              <a:t> Go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F5422E-C4C9-954B-F1A5-4D9870A8302B}"/>
              </a:ext>
            </a:extLst>
          </p:cNvPr>
          <p:cNvSpPr/>
          <p:nvPr/>
        </p:nvSpPr>
        <p:spPr>
          <a:xfrm>
            <a:off x="5479660" y="1844861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神兽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4AEAA49-26F1-49D4-7B9B-34C76AB724E0}"/>
              </a:ext>
            </a:extLst>
          </p:cNvPr>
          <p:cNvSpPr/>
          <p:nvPr/>
        </p:nvSpPr>
        <p:spPr>
          <a:xfrm>
            <a:off x="1895632" y="3290033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对战强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EC202-13E6-A158-B80E-B5B5167F82BA}"/>
              </a:ext>
            </a:extLst>
          </p:cNvPr>
          <p:cNvSpPr/>
          <p:nvPr/>
        </p:nvSpPr>
        <p:spPr>
          <a:xfrm>
            <a:off x="4475921" y="3290032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Raid</a:t>
            </a:r>
            <a:r>
              <a:rPr lang="zh-CN" altLang="en-US" dirty="0"/>
              <a:t>强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24102D-93BC-8F1D-BE7A-FFB3E5C70B52}"/>
              </a:ext>
            </a:extLst>
          </p:cNvPr>
          <p:cNvSpPr/>
          <p:nvPr/>
        </p:nvSpPr>
        <p:spPr>
          <a:xfrm>
            <a:off x="8926994" y="3290029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垃圾</a:t>
            </a:r>
            <a:endParaRPr lang="en-US" altLang="zh-CN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E4F8C9-F71D-B768-B991-1505EA342314}"/>
              </a:ext>
            </a:extLst>
          </p:cNvPr>
          <p:cNvSpPr/>
          <p:nvPr/>
        </p:nvSpPr>
        <p:spPr>
          <a:xfrm>
            <a:off x="1895632" y="4104585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抓，换</a:t>
            </a:r>
            <a:endParaRPr lang="en-US" altLang="zh-C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503CC0-6A71-4C64-4DCA-0A7A750C88FB}"/>
              </a:ext>
            </a:extLst>
          </p:cNvPr>
          <p:cNvSpPr/>
          <p:nvPr/>
        </p:nvSpPr>
        <p:spPr>
          <a:xfrm>
            <a:off x="4475921" y="4118732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抓，换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3D1886-126F-7C0F-675E-8ECEE9361AB4}"/>
              </a:ext>
            </a:extLst>
          </p:cNvPr>
          <p:cNvSpPr/>
          <p:nvPr/>
        </p:nvSpPr>
        <p:spPr>
          <a:xfrm>
            <a:off x="7386144" y="3290030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一般的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7D7329-DE56-BBD5-22A3-CAD88563CA75}"/>
              </a:ext>
            </a:extLst>
          </p:cNvPr>
          <p:cNvSpPr/>
          <p:nvPr/>
        </p:nvSpPr>
        <p:spPr>
          <a:xfrm>
            <a:off x="8002484" y="4700623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我号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F5094F-DB67-B1A6-3614-611786E50BE6}"/>
              </a:ext>
            </a:extLst>
          </p:cNvPr>
          <p:cNvSpPr/>
          <p:nvPr/>
        </p:nvSpPr>
        <p:spPr>
          <a:xfrm>
            <a:off x="9771192" y="4700623"/>
            <a:ext cx="1232680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胖号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721EAD-1028-5B0E-BA92-987F6A70B0C1}"/>
              </a:ext>
            </a:extLst>
          </p:cNvPr>
          <p:cNvSpPr/>
          <p:nvPr/>
        </p:nvSpPr>
        <p:spPr>
          <a:xfrm>
            <a:off x="10467844" y="3290029"/>
            <a:ext cx="1917336" cy="58189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特别不常见的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4806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9D3A0B4-1151-BEB2-C58A-FB93691CD7E9}"/>
              </a:ext>
            </a:extLst>
          </p:cNvPr>
          <p:cNvSpPr/>
          <p:nvPr/>
        </p:nvSpPr>
        <p:spPr>
          <a:xfrm>
            <a:off x="3864220" y="290381"/>
            <a:ext cx="4929260" cy="6544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/>
              <a:t>主线问题：领证，走，攒钱，父母养老房，自己别墅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FF3FA0-37A0-15FA-FCF7-D4A49B890030}"/>
              </a:ext>
            </a:extLst>
          </p:cNvPr>
          <p:cNvSpPr/>
          <p:nvPr/>
        </p:nvSpPr>
        <p:spPr>
          <a:xfrm>
            <a:off x="5107525" y="2286001"/>
            <a:ext cx="1976950" cy="158495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大块时间工作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8677B9-6BDA-8A3E-9472-19B0235C51B4}"/>
              </a:ext>
            </a:extLst>
          </p:cNvPr>
          <p:cNvSpPr/>
          <p:nvPr/>
        </p:nvSpPr>
        <p:spPr>
          <a:xfrm>
            <a:off x="8384125" y="3672841"/>
            <a:ext cx="1278035" cy="9906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运动冲突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FF9791-C9B5-F2E4-804D-F9434DE485FD}"/>
              </a:ext>
            </a:extLst>
          </p:cNvPr>
          <p:cNvSpPr/>
          <p:nvPr/>
        </p:nvSpPr>
        <p:spPr>
          <a:xfrm>
            <a:off x="7106089" y="2613658"/>
            <a:ext cx="1278036" cy="11430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吃完饭的第二波；</a:t>
            </a:r>
            <a:endParaRPr lang="en-US" altLang="zh-CN" dirty="0"/>
          </a:p>
          <a:p>
            <a:pPr algn="ctr"/>
            <a:r>
              <a:rPr lang="zh-CN" altLang="en-US" dirty="0"/>
              <a:t>音乐巧克力</a:t>
            </a:r>
            <a:endParaRPr lang="en-US" altLang="zh-CN" dirty="0"/>
          </a:p>
        </p:txBody>
      </p:sp>
      <p:pic>
        <p:nvPicPr>
          <p:cNvPr id="1026" name="Picture 2" descr="PTCG Pocket - what new gameplay ...">
            <a:extLst>
              <a:ext uri="{FF2B5EF4-FFF2-40B4-BE49-F238E27FC236}">
                <a16:creationId xmlns:a16="http://schemas.microsoft.com/office/drawing/2014/main" id="{DCA46452-CDEB-88E2-DF34-F8843206C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8" y="1285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3D1C361-D946-28CA-CBCF-6E2F4F350087}"/>
              </a:ext>
            </a:extLst>
          </p:cNvPr>
          <p:cNvSpPr/>
          <p:nvPr/>
        </p:nvSpPr>
        <p:spPr>
          <a:xfrm>
            <a:off x="-510906" y="5844535"/>
            <a:ext cx="838200" cy="39624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宝可梦</a:t>
            </a:r>
            <a:r>
              <a:rPr lang="en-US" altLang="zh-CN" dirty="0"/>
              <a:t>go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839EB2-9A00-F8FB-8C23-D1DD6AA5B6B3}"/>
              </a:ext>
            </a:extLst>
          </p:cNvPr>
          <p:cNvSpPr/>
          <p:nvPr/>
        </p:nvSpPr>
        <p:spPr>
          <a:xfrm>
            <a:off x="868314" y="4015737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万智牌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C41882-7FB7-1424-7AE2-A291D7EDD954}"/>
              </a:ext>
            </a:extLst>
          </p:cNvPr>
          <p:cNvSpPr/>
          <p:nvPr/>
        </p:nvSpPr>
        <p:spPr>
          <a:xfrm>
            <a:off x="2137484" y="3958588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万智牌</a:t>
            </a:r>
            <a:r>
              <a:rPr lang="en-US" altLang="zh-CN" dirty="0"/>
              <a:t>J</a:t>
            </a:r>
            <a:r>
              <a:rPr lang="zh-CN" altLang="en-US" dirty="0"/>
              <a:t>人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9AD91F-276A-C7D6-FF51-1050F6029221}"/>
              </a:ext>
            </a:extLst>
          </p:cNvPr>
          <p:cNvSpPr/>
          <p:nvPr/>
        </p:nvSpPr>
        <p:spPr>
          <a:xfrm>
            <a:off x="837834" y="4907280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宝可梦卡牌</a:t>
            </a: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53BB29-B87C-94EC-0CD5-69D7F1A0C167}"/>
              </a:ext>
            </a:extLst>
          </p:cNvPr>
          <p:cNvSpPr/>
          <p:nvPr/>
        </p:nvSpPr>
        <p:spPr>
          <a:xfrm>
            <a:off x="-1147285" y="4160520"/>
            <a:ext cx="83820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漫画</a:t>
            </a:r>
            <a:endParaRPr lang="en-US" altLang="zh-CN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A19DF3-7F23-2C1C-571A-AE7D67844BBE}"/>
              </a:ext>
            </a:extLst>
          </p:cNvPr>
          <p:cNvSpPr/>
          <p:nvPr/>
        </p:nvSpPr>
        <p:spPr>
          <a:xfrm>
            <a:off x="1764617" y="5661663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伊万</a:t>
            </a:r>
            <a:r>
              <a:rPr lang="en-US" altLang="zh-CN" dirty="0"/>
              <a:t>/</a:t>
            </a:r>
            <a:r>
              <a:rPr lang="zh-CN" altLang="en-US" dirty="0"/>
              <a:t>双雪涛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958A27-37A4-0B71-F323-194615690BBB}"/>
              </a:ext>
            </a:extLst>
          </p:cNvPr>
          <p:cNvSpPr/>
          <p:nvPr/>
        </p:nvSpPr>
        <p:spPr>
          <a:xfrm>
            <a:off x="418734" y="5844536"/>
            <a:ext cx="838200" cy="39624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r>
              <a:rPr lang="zh-CN" altLang="en-US" dirty="0"/>
              <a:t>站</a:t>
            </a:r>
            <a:endParaRPr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0FBB96-C5E6-9D18-484D-41CFD0C4D366}"/>
              </a:ext>
            </a:extLst>
          </p:cNvPr>
          <p:cNvSpPr/>
          <p:nvPr/>
        </p:nvSpPr>
        <p:spPr>
          <a:xfrm>
            <a:off x="-1637822" y="4471032"/>
            <a:ext cx="490537" cy="42672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酒</a:t>
            </a:r>
            <a:endParaRPr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B63B90-E7FD-CAE6-721F-65DBC3C402C5}"/>
              </a:ext>
            </a:extLst>
          </p:cNvPr>
          <p:cNvSpPr/>
          <p:nvPr/>
        </p:nvSpPr>
        <p:spPr>
          <a:xfrm>
            <a:off x="2137484" y="4741542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和胖玩</a:t>
            </a:r>
            <a:endParaRPr lang="en-US" altLang="zh-CN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99C10F-39C1-CE9D-F61A-AF0158269CE4}"/>
              </a:ext>
            </a:extLst>
          </p:cNvPr>
          <p:cNvSpPr/>
          <p:nvPr/>
        </p:nvSpPr>
        <p:spPr>
          <a:xfrm>
            <a:off x="3115848" y="5654040"/>
            <a:ext cx="1005840" cy="74676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野营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6361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8FAF8-DEE1-B1E6-DCC4-832C0030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宝可梦</a:t>
            </a:r>
            <a:r>
              <a:rPr lang="en-US" altLang="zh-CN" dirty="0"/>
              <a:t>go,6</a:t>
            </a:r>
            <a:r>
              <a:rPr lang="zh-CN" altLang="en-US" dirty="0"/>
              <a:t>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518DF-DB63-F7D1-F2FD-00F5EC655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路过</a:t>
            </a:r>
            <a:r>
              <a:rPr lang="en-US" altLang="zh-CN" dirty="0"/>
              <a:t>Raid</a:t>
            </a:r>
            <a:r>
              <a:rPr lang="zh-CN" altLang="en-US" dirty="0"/>
              <a:t>（去运动、咖啡店附近），照常打。</a:t>
            </a:r>
            <a:endParaRPr lang="en-US" altLang="zh-CN" dirty="0"/>
          </a:p>
          <a:p>
            <a:r>
              <a:rPr lang="zh-CN" altLang="en-US" dirty="0"/>
              <a:t>交换（</a:t>
            </a:r>
            <a:r>
              <a:rPr lang="en-US" altLang="zh-CN" dirty="0" err="1"/>
              <a:t>autotap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监督打断亮晶晶！）</a:t>
            </a:r>
            <a:endParaRPr lang="en-US" altLang="zh-CN" dirty="0"/>
          </a:p>
          <a:p>
            <a:r>
              <a:rPr lang="zh-CN" altLang="en-US" dirty="0"/>
              <a:t>出门；味</a:t>
            </a:r>
            <a:r>
              <a:rPr lang="en-US" altLang="zh-CN" dirty="0"/>
              <a:t>puffin, </a:t>
            </a:r>
            <a:r>
              <a:rPr lang="zh-CN" altLang="en-US" dirty="0"/>
              <a:t>根据路线打道馆；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极巨</a:t>
            </a:r>
            <a:r>
              <a:rPr lang="en-US" altLang="zh-CN" dirty="0"/>
              <a:t>Raid</a:t>
            </a:r>
            <a:r>
              <a:rPr lang="zh-CN" altLang="en-US" dirty="0"/>
              <a:t>，打</a:t>
            </a:r>
            <a:r>
              <a:rPr lang="en-US" altLang="zh-CN" dirty="0"/>
              <a:t>10</a:t>
            </a:r>
            <a:r>
              <a:rPr lang="zh-CN" altLang="en-US" dirty="0"/>
              <a:t>个左右</a:t>
            </a:r>
            <a:r>
              <a:rPr lang="en-US" altLang="zh-CN" dirty="0"/>
              <a:t>+</a:t>
            </a:r>
            <a:r>
              <a:rPr lang="zh-CN" altLang="en-US" dirty="0"/>
              <a:t>翻倍即可。</a:t>
            </a:r>
            <a:endParaRPr lang="en-US" altLang="zh-CN" dirty="0"/>
          </a:p>
          <a:p>
            <a:r>
              <a:rPr lang="zh-CN" altLang="en-US" dirty="0"/>
              <a:t>极巨，随缘。可以升级吉利蛋。</a:t>
            </a:r>
            <a:endParaRPr lang="en-US" altLang="zh-CN" dirty="0"/>
          </a:p>
          <a:p>
            <a:r>
              <a:rPr lang="en-US" altLang="zh-CN" dirty="0"/>
              <a:t>5~23</a:t>
            </a:r>
            <a:r>
              <a:rPr lang="zh-CN" altLang="en-US" dirty="0"/>
              <a:t>日，只要路上遇到，就打。争取</a:t>
            </a:r>
            <a:r>
              <a:rPr lang="en-US" altLang="zh-CN" dirty="0"/>
              <a:t>2-3</a:t>
            </a:r>
            <a:r>
              <a:rPr lang="zh-CN" altLang="en-US" dirty="0"/>
              <a:t>个号打全部</a:t>
            </a:r>
            <a:endParaRPr lang="en-US" altLang="zh-CN" dirty="0"/>
          </a:p>
          <a:p>
            <a:pPr lvl="1"/>
            <a:r>
              <a:rPr lang="zh-CN" altLang="en-US" dirty="0"/>
              <a:t>路上 </a:t>
            </a:r>
            <a:r>
              <a:rPr lang="en-US" altLang="zh-CN" dirty="0"/>
              <a:t>= </a:t>
            </a:r>
            <a:r>
              <a:rPr lang="zh-CN" altLang="en-US" dirty="0"/>
              <a:t>运动路上；咖啡店到饭店路上；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39212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FC9C8-D8A3-E7AD-2FEC-A7738CD9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11498-049F-B20B-03CA-EA143DE4B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11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2082</Words>
  <Application>Microsoft Office PowerPoint</Application>
  <PresentationFormat>宽屏</PresentationFormat>
  <Paragraphs>508</Paragraphs>
  <Slides>26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等线</vt:lpstr>
      <vt:lpstr>等线 Light</vt:lpstr>
      <vt:lpstr>Arial</vt:lpstr>
      <vt:lpstr>Office 主题​​</vt:lpstr>
      <vt:lpstr>PowerPoint 演示文稿</vt:lpstr>
      <vt:lpstr>工作日</vt:lpstr>
      <vt:lpstr>娱乐日</vt:lpstr>
      <vt:lpstr>随意日</vt:lpstr>
      <vt:lpstr>PowerPoint 演示文稿</vt:lpstr>
      <vt:lpstr>V20241209</vt:lpstr>
      <vt:lpstr>PowerPoint 演示文稿</vt:lpstr>
      <vt:lpstr>PowerPoint 演示文稿</vt:lpstr>
      <vt:lpstr>PowerPoint 演示文稿</vt:lpstr>
      <vt:lpstr>主线梳理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5.26 1 长尾考试</vt:lpstr>
      <vt:lpstr>酒精替代</vt:lpstr>
      <vt:lpstr>PowerPoint 演示文稿</vt:lpstr>
      <vt:lpstr>个人coaching</vt:lpstr>
      <vt:lpstr>Pokemon go </vt:lpstr>
      <vt:lpstr>Pokemon Go</vt:lpstr>
      <vt:lpstr>PowerPoint 演示文稿</vt:lpstr>
      <vt:lpstr>宝可梦go,6月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Yunong Tian</dc:creator>
  <cp:lastModifiedBy>Yunong Tian</cp:lastModifiedBy>
  <cp:revision>214</cp:revision>
  <dcterms:created xsi:type="dcterms:W3CDTF">2024-11-28T09:09:08Z</dcterms:created>
  <dcterms:modified xsi:type="dcterms:W3CDTF">2026-01-25T06:58:47Z</dcterms:modified>
</cp:coreProperties>
</file>