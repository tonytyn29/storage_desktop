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" y="189230"/>
            <a:ext cx="1790065" cy="36214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855" y="189865"/>
            <a:ext cx="1750695" cy="36207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30" y="197485"/>
            <a:ext cx="1952625" cy="3613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295" y="123825"/>
            <a:ext cx="1803400" cy="36861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WPS_1602468727</cp:lastModifiedBy>
  <cp:revision>157</cp:revision>
  <dcterms:created xsi:type="dcterms:W3CDTF">2019-06-19T02:08:00Z</dcterms:created>
  <dcterms:modified xsi:type="dcterms:W3CDTF">2026-02-11T04:05:52Z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476ACB979C2A4FCE9509389AE0ECC66D_11</vt:lpwstr>
  </property>
</Properties>
</file>